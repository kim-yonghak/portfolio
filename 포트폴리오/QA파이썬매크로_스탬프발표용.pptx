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95" r:id="rId3"/>
    <p:sldId id="341" r:id="rId4"/>
    <p:sldId id="337" r:id="rId5"/>
    <p:sldId id="349" r:id="rId6"/>
    <p:sldId id="350" r:id="rId7"/>
    <p:sldId id="348" r:id="rId8"/>
    <p:sldId id="353" r:id="rId9"/>
    <p:sldId id="351" r:id="rId10"/>
    <p:sldId id="346" r:id="rId11"/>
    <p:sldId id="354" r:id="rId12"/>
    <p:sldId id="339" r:id="rId13"/>
    <p:sldId id="342" r:id="rId14"/>
    <p:sldId id="343" r:id="rId15"/>
    <p:sldId id="347" r:id="rId16"/>
    <p:sldId id="344" r:id="rId17"/>
    <p:sldId id="345" r:id="rId18"/>
    <p:sldId id="338" r:id="rId19"/>
  </p:sldIdLst>
  <p:sldSz cx="12190413" cy="6859588"/>
  <p:notesSz cx="6797675" cy="9926638"/>
  <p:defaultTextStyle>
    <a:defPPr>
      <a:defRPr lang="ko-KR"/>
    </a:defPPr>
    <a:lvl1pPr algn="l" defTabSz="1216025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606425" indent="1588" algn="l" defTabSz="1216025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1216025" indent="1588" algn="l" defTabSz="1216025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825625" indent="1588" algn="l" defTabSz="1216025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2435225" indent="1588" algn="l" defTabSz="1216025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1" userDrawn="1">
          <p15:clr>
            <a:srgbClr val="A4A3A4"/>
          </p15:clr>
        </p15:guide>
        <p15:guide id="2" orient="horz" pos="1117" userDrawn="1">
          <p15:clr>
            <a:srgbClr val="A4A3A4"/>
          </p15:clr>
        </p15:guide>
        <p15:guide id="3" orient="horz" pos="3930" userDrawn="1">
          <p15:clr>
            <a:srgbClr val="A4A3A4"/>
          </p15:clr>
        </p15:guide>
        <p15:guide id="4" pos="3836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8" pos="483" userDrawn="1">
          <p15:clr>
            <a:srgbClr val="A4A3A4"/>
          </p15:clr>
        </p15:guide>
        <p15:guide id="9" pos="7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00"/>
    <a:srgbClr val="E4E5E6"/>
    <a:srgbClr val="A7A9AC"/>
    <a:srgbClr val="9730A6"/>
    <a:srgbClr val="44C8E8"/>
    <a:srgbClr val="1CEBC5"/>
    <a:srgbClr val="585858"/>
    <a:srgbClr val="FC4513"/>
    <a:srgbClr val="FFC9E4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53" autoAdjust="0"/>
    <p:restoredTop sz="94660"/>
  </p:normalViewPr>
  <p:slideViewPr>
    <p:cSldViewPr snapToObjects="1">
      <p:cViewPr varScale="1">
        <p:scale>
          <a:sx n="114" d="100"/>
          <a:sy n="114" d="100"/>
        </p:scale>
        <p:origin x="1116" y="90"/>
      </p:cViewPr>
      <p:guideLst>
        <p:guide orient="horz" pos="4111"/>
        <p:guide orient="horz" pos="1117"/>
        <p:guide orient="horz" pos="3930"/>
        <p:guide pos="3836"/>
        <p:guide orient="horz" pos="618"/>
        <p:guide pos="483"/>
        <p:guide pos="71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4218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4218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734700-1A84-444A-9466-F29A7F505F84}" type="datetimeFigureOut">
              <a:rPr lang="ko-KR" altLang="en-US"/>
              <a:pPr>
                <a:defRPr/>
              </a:pPr>
              <a:t>2023-05-04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4218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914218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819F28E-01CA-4B05-88D9-0A791331D80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502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6025" rtl="0" eaLnBrk="0" fontAlgn="base" latinLnBrk="1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6425" algn="l" defTabSz="1216025" rtl="0" eaLnBrk="0" fontAlgn="base" latinLnBrk="1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6025" algn="l" defTabSz="1216025" rtl="0" eaLnBrk="0" fontAlgn="base" latinLnBrk="1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5625" algn="l" defTabSz="1216025" rtl="0" eaLnBrk="0" fontAlgn="base" latinLnBrk="1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5225" algn="l" defTabSz="1216025" rtl="0" eaLnBrk="0" fontAlgn="base" latinLnBrk="1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13" algn="l" defTabSz="1218927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778" algn="l" defTabSz="1218927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40" algn="l" defTabSz="1218927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03" algn="l" defTabSz="1218927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717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1030288" eaLnBrk="0" hangingPunct="0">
              <a:spcBef>
                <a:spcPct val="30000"/>
              </a:spcBef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1030288" eaLnBrk="0" hangingPunct="0">
              <a:spcBef>
                <a:spcPct val="30000"/>
              </a:spcBef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1030288" eaLnBrk="0" hangingPunct="0">
              <a:spcBef>
                <a:spcPct val="30000"/>
              </a:spcBef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1030288" eaLnBrk="0" hangingPunct="0">
              <a:spcBef>
                <a:spcPct val="30000"/>
              </a:spcBef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1030288" eaLnBrk="0" hangingPunct="0">
              <a:spcBef>
                <a:spcPct val="30000"/>
              </a:spcBef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103028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103028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103028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1030288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DD3C651-B9F4-46B5-B29A-DEBF81BD055C}" type="slidenum">
              <a:rPr lang="en-US" altLang="ko-KR" sz="1200" smtClean="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altLang="ko-KR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215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5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32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C:\Users\euihlee\Desktop\CI\3. 신규 CI 개발\Application 디자인\Applications-0605\2_PPT-Template\PPT-Template-0104-Dark-Cov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9" y="0"/>
            <a:ext cx="12198351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 userDrawn="1"/>
        </p:nvSpPr>
        <p:spPr bwMode="auto">
          <a:xfrm>
            <a:off x="982638" y="6517531"/>
            <a:ext cx="4984750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defTabSz="1217054">
              <a:defRPr/>
            </a:pP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©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Smilegate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Megaport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en-US" altLang="ko-KR" sz="1000" b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All rights reserved.</a:t>
            </a:r>
            <a:endParaRPr lang="ko-KR" altLang="en-US" sz="10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9" y="6574617"/>
            <a:ext cx="840623" cy="2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67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8" descr="C:\Users\euihlee\Desktop\CI\3. 신규 CI 개발\Application 디자인\Applications-0605\2_PPT-Template\PPT-Template-0104-Dark-Cover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6584094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8" descr="C:\Users\euihlee\Desktop\CI\3. 신규 CI 개발\Application 디자인\Applications-0605\2_PPT-Template\PPT-Template-0104-Dark-Cover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5968794"/>
            <a:ext cx="681478" cy="89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8" descr="C:\Users\euihlee\Desktop\CI\3. 신규 CI 개발\Application 디자인\Applications-0605\2_PPT-Template\PPT-Template-0104-Dark-Cove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386" y="-1588"/>
            <a:ext cx="6099439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57" y="2303984"/>
            <a:ext cx="1137485" cy="340668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 bwMode="auto">
          <a:xfrm>
            <a:off x="559057" y="6517531"/>
            <a:ext cx="4984750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defTabSz="1217054">
              <a:defRPr/>
            </a:pP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©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Smilegate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Megaport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en-US" altLang="ko-KR" sz="1000" b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All rights reserved.</a:t>
            </a:r>
            <a:endParaRPr lang="ko-KR" altLang="en-US" sz="10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609279" algn="ctr" rtl="0" fontAlgn="base" latinLnBrk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218562" algn="ctr" rtl="0" fontAlgn="base" latinLnBrk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827841" algn="ctr" rtl="0" fontAlgn="base" latinLnBrk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437119" algn="ctr" rtl="0" fontAlgn="base" latinLnBrk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454025" indent="-454025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7425" indent="-377825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0825" indent="-301625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0425" indent="-301625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0025" indent="-301625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1042" indent="-304639" algn="l" defTabSz="121856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320" indent="-304639" algn="l" defTabSz="121856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9600" indent="-304639" algn="l" defTabSz="121856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8879" indent="-304639" algn="l" defTabSz="1218562" rtl="0" eaLnBrk="1" latinLnBrk="1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279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2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841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19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399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78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4960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239" algn="l" defTabSz="1218562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9" descr="C:\Users\euihlee\Desktop\CI\3. 신규 CI 개발\Application 디자인\Applications-0605\2_PPT-Template\PPT-Template-0104-Dark-Interior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012538" cy="6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9" descr="C:\Users\euihlee\Desktop\CI\3. 신규 CI 개발\Application 디자인\Applications-0605\2_PPT-Template\PPT-Template-0104-Dark-Interior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1880" y="0"/>
            <a:ext cx="3411179" cy="6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/>
          <p:cNvSpPr/>
          <p:nvPr userDrawn="1"/>
        </p:nvSpPr>
        <p:spPr bwMode="auto">
          <a:xfrm>
            <a:off x="982638" y="6517531"/>
            <a:ext cx="4984750" cy="3460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defTabSz="1217054">
              <a:defRPr/>
            </a:pP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©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Smilegate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Megaport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en-US" altLang="ko-KR" sz="1000" b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ko-KR" sz="10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</a:rPr>
              <a:t>All rights reserved.</a:t>
            </a:r>
            <a:endParaRPr lang="ko-KR" altLang="en-US" sz="1000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99" y="6574617"/>
            <a:ext cx="840623" cy="251760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11495806" y="6526460"/>
            <a:ext cx="694448" cy="333685"/>
          </a:xfrm>
          <a:custGeom>
            <a:avLst/>
            <a:gdLst>
              <a:gd name="connsiteX0" fmla="*/ 0 w 780667"/>
              <a:gd name="connsiteY0" fmla="*/ 0 h 339965"/>
              <a:gd name="connsiteX1" fmla="*/ 780667 w 780667"/>
              <a:gd name="connsiteY1" fmla="*/ 0 h 339965"/>
              <a:gd name="connsiteX2" fmla="*/ 780667 w 780667"/>
              <a:gd name="connsiteY2" fmla="*/ 339965 h 339965"/>
              <a:gd name="connsiteX3" fmla="*/ 0 w 780667"/>
              <a:gd name="connsiteY3" fmla="*/ 339965 h 339965"/>
              <a:gd name="connsiteX4" fmla="*/ 0 w 780667"/>
              <a:gd name="connsiteY4" fmla="*/ 0 h 339965"/>
              <a:gd name="connsiteX0" fmla="*/ 247650 w 780667"/>
              <a:gd name="connsiteY0" fmla="*/ 0 h 339965"/>
              <a:gd name="connsiteX1" fmla="*/ 780667 w 780667"/>
              <a:gd name="connsiteY1" fmla="*/ 0 h 339965"/>
              <a:gd name="connsiteX2" fmla="*/ 780667 w 780667"/>
              <a:gd name="connsiteY2" fmla="*/ 339965 h 339965"/>
              <a:gd name="connsiteX3" fmla="*/ 0 w 780667"/>
              <a:gd name="connsiteY3" fmla="*/ 339965 h 339965"/>
              <a:gd name="connsiteX4" fmla="*/ 247650 w 780667"/>
              <a:gd name="connsiteY4" fmla="*/ 0 h 339965"/>
              <a:gd name="connsiteX0" fmla="*/ 284662 w 817679"/>
              <a:gd name="connsiteY0" fmla="*/ 0 h 339965"/>
              <a:gd name="connsiteX1" fmla="*/ 817679 w 817679"/>
              <a:gd name="connsiteY1" fmla="*/ 0 h 339965"/>
              <a:gd name="connsiteX2" fmla="*/ 817679 w 817679"/>
              <a:gd name="connsiteY2" fmla="*/ 339965 h 339965"/>
              <a:gd name="connsiteX3" fmla="*/ 0 w 817679"/>
              <a:gd name="connsiteY3" fmla="*/ 339965 h 339965"/>
              <a:gd name="connsiteX4" fmla="*/ 284662 w 817679"/>
              <a:gd name="connsiteY4" fmla="*/ 0 h 33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7679" h="339965">
                <a:moveTo>
                  <a:pt x="284662" y="0"/>
                </a:moveTo>
                <a:lnTo>
                  <a:pt x="817679" y="0"/>
                </a:lnTo>
                <a:lnTo>
                  <a:pt x="817679" y="339965"/>
                </a:lnTo>
                <a:lnTo>
                  <a:pt x="0" y="339965"/>
                </a:lnTo>
                <a:lnTo>
                  <a:pt x="284662" y="0"/>
                </a:lnTo>
                <a:close/>
              </a:path>
            </a:pathLst>
          </a:custGeom>
          <a:solidFill>
            <a:srgbClr val="E4E5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dirty="0" err="1">
              <a:solidFill>
                <a:prstClr val="black"/>
              </a:solidFill>
            </a:endParaRPr>
          </a:p>
        </p:txBody>
      </p:sp>
      <p:sp>
        <p:nvSpPr>
          <p:cNvPr id="2" name="슬라이드 번호 개체 틀 7"/>
          <p:cNvSpPr txBox="1">
            <a:spLocks/>
          </p:cNvSpPr>
          <p:nvPr userDrawn="1"/>
        </p:nvSpPr>
        <p:spPr bwMode="auto">
          <a:xfrm>
            <a:off x="11688763" y="6520706"/>
            <a:ext cx="5016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7477" tIns="68738" rIns="137477" bIns="68738" anchor="ctr">
            <a:spAutoFit/>
          </a:bodyPr>
          <a:lstStyle>
            <a:lvl1pPr defTabSz="1030288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defTabSz="1030288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defTabSz="1030288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defTabSz="1030288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defTabSz="1030288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defTabSz="10302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defTabSz="10302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defTabSz="10302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defTabSz="10302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>
              <a:defRPr/>
            </a:pPr>
            <a:fld id="{B90E34C4-A71F-44D6-9A2F-3C8AF209040D}" type="slidenum">
              <a:rPr kumimoji="0" lang="en-US" altLang="ko-KR" sz="1300" b="1" smtClean="0">
                <a:solidFill>
                  <a:schemeClr val="bg1">
                    <a:lumMod val="50000"/>
                  </a:schemeClr>
                </a:solidFill>
              </a:rPr>
              <a:pPr algn="r">
                <a:defRPr/>
              </a:pPr>
              <a:t>‹#›</a:t>
            </a:fld>
            <a:endParaRPr kumimoji="0" lang="ko-KR" altLang="en-US" sz="13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</p:sldLayoutIdLst>
  <p:hf hdr="0" ftr="0" dt="0"/>
  <p:txStyles>
    <p:titleStyle>
      <a:lvl1pPr algn="ctr" defTabSz="1370013" rtl="0" eaLnBrk="0" fontAlgn="base" latinLnBrk="1" hangingPunct="0">
        <a:spcBef>
          <a:spcPct val="0"/>
        </a:spcBef>
        <a:spcAft>
          <a:spcPct val="0"/>
        </a:spcAft>
        <a:defRPr sz="6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370013" rtl="0" eaLnBrk="0" fontAlgn="base" latinLnBrk="1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1370013" rtl="0" eaLnBrk="0" fontAlgn="base" latinLnBrk="1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1370013" rtl="0" eaLnBrk="0" fontAlgn="base" latinLnBrk="1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1370013" rtl="0" eaLnBrk="0" fontAlgn="base" latinLnBrk="1" hangingPunct="0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609279" algn="ctr" defTabSz="1372996" rtl="0" fontAlgn="base" latinLnBrk="1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218562" algn="ctr" defTabSz="1372996" rtl="0" fontAlgn="base" latinLnBrk="1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827841" algn="ctr" defTabSz="1372996" rtl="0" fontAlgn="base" latinLnBrk="1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437119" algn="ctr" defTabSz="1372996" rtl="0" fontAlgn="base" latinLnBrk="1">
        <a:spcBef>
          <a:spcPct val="0"/>
        </a:spcBef>
        <a:spcAft>
          <a:spcPct val="0"/>
        </a:spcAft>
        <a:defRPr sz="67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511175" indent="-511175" algn="l" defTabSz="13700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2838" indent="-427038" algn="l" defTabSz="13700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4300" kern="1200">
          <a:solidFill>
            <a:schemeClr val="tx1"/>
          </a:solidFill>
          <a:latin typeface="+mn-lt"/>
          <a:ea typeface="+mn-ea"/>
          <a:cs typeface="+mn-cs"/>
        </a:defRPr>
      </a:lvl2pPr>
      <a:lvl3pPr marL="1716088" indent="-339725" algn="l" defTabSz="13700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3475" indent="-339725" algn="l" defTabSz="13700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090863" indent="-339725" algn="l" defTabSz="13700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780583" indent="-343693" algn="l" defTabSz="1374758" rtl="0" eaLnBrk="1" latinLnBrk="1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960" indent="-343693" algn="l" defTabSz="1374758" rtl="0" eaLnBrk="1" latinLnBrk="1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155342" indent="-343693" algn="l" defTabSz="1374758" rtl="0" eaLnBrk="1" latinLnBrk="1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5842722" indent="-343693" algn="l" defTabSz="1374758" rtl="0" eaLnBrk="1" latinLnBrk="1" hangingPunct="1">
        <a:spcBef>
          <a:spcPct val="20000"/>
        </a:spcBef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7377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4758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62136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9517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36893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24276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11652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99032" algn="l" defTabSz="1374758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45882" y="2637706"/>
            <a:ext cx="2641486" cy="738660"/>
          </a:xfrm>
          <a:prstGeom prst="rect">
            <a:avLst/>
          </a:prstGeom>
          <a:noFill/>
        </p:spPr>
        <p:txBody>
          <a:bodyPr wrap="none" lIns="121917" tIns="60958" rIns="121917" bIns="60958">
            <a:spAutoFit/>
          </a:bodyPr>
          <a:lstStyle/>
          <a:p>
            <a:pPr defTabSz="1217054">
              <a:defRPr/>
            </a:pPr>
            <a:r>
              <a:rPr lang="en-US" altLang="ko-KR" sz="4000" b="1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QA </a:t>
            </a:r>
            <a:r>
              <a:rPr lang="ko-KR" altLang="en-US" sz="4000" b="1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자동화</a:t>
            </a:r>
          </a:p>
        </p:txBody>
      </p:sp>
      <p:grpSp>
        <p:nvGrpSpPr>
          <p:cNvPr id="3075" name="그룹 1"/>
          <p:cNvGrpSpPr>
            <a:grpSpLocks/>
          </p:cNvGrpSpPr>
          <p:nvPr/>
        </p:nvGrpSpPr>
        <p:grpSpPr bwMode="auto">
          <a:xfrm>
            <a:off x="550590" y="4222121"/>
            <a:ext cx="1647427" cy="712461"/>
            <a:chOff x="393316" y="4900693"/>
            <a:chExt cx="1236444" cy="712269"/>
          </a:xfrm>
        </p:grpSpPr>
        <p:sp>
          <p:nvSpPr>
            <p:cNvPr id="17" name="TextBox 16"/>
            <p:cNvSpPr txBox="1"/>
            <p:nvPr/>
          </p:nvSpPr>
          <p:spPr>
            <a:xfrm>
              <a:off x="393316" y="4900693"/>
              <a:ext cx="427342" cy="2615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ko-KR" altLang="en-US" sz="11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작성자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46157" y="4900693"/>
              <a:ext cx="427342" cy="26153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ko-KR" altLang="en-US" sz="11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김용학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3316" y="5126057"/>
              <a:ext cx="331093" cy="2615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ko-KR" altLang="en-US" sz="11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소속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6157" y="5126057"/>
              <a:ext cx="683603" cy="26153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ko-KR" altLang="en-US" sz="11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모바일 </a:t>
              </a:r>
              <a:r>
                <a:rPr lang="en-US" altLang="ko-KR" sz="11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QA</a:t>
              </a:r>
              <a:r>
                <a:rPr lang="ko-KR" altLang="en-US" sz="11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팀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3316" y="5351422"/>
              <a:ext cx="427342" cy="26154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ko-KR" altLang="en-US" sz="1100" b="1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작성일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6157" y="5351422"/>
              <a:ext cx="440576" cy="26153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defTabSz="1217054">
                <a:defRPr/>
              </a:pPr>
              <a:r>
                <a:rPr lang="en-US" altLang="ko-KR" sz="1100" spc="-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2023.05</a:t>
              </a:r>
              <a:endParaRPr lang="ko-KR" altLang="en-US" sz="110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270670" y="2495322"/>
            <a:ext cx="1400830" cy="1395098"/>
            <a:chOff x="5071839" y="2591069"/>
            <a:chExt cx="1400830" cy="1395098"/>
          </a:xfrm>
        </p:grpSpPr>
        <p:sp>
          <p:nvSpPr>
            <p:cNvPr id="2" name="TextBox 1"/>
            <p:cNvSpPr txBox="1"/>
            <p:nvPr/>
          </p:nvSpPr>
          <p:spPr>
            <a:xfrm>
              <a:off x="5287863" y="2591069"/>
              <a:ext cx="1080120" cy="769371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buClr>
                  <a:srgbClr val="FF5000"/>
                </a:buClr>
                <a:defRPr/>
              </a:pPr>
              <a:r>
                <a:rPr kumimoji="1" lang="en-US" altLang="ko-KR" sz="44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FF5000"/>
                  </a:solidFill>
                  <a:latin typeface="맑은 고딕" pitchFamily="50" charset="-127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287863" y="3278352"/>
              <a:ext cx="1184806" cy="707815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buClr>
                  <a:srgbClr val="FF5000"/>
                </a:buClr>
                <a:defRPr/>
              </a:pPr>
              <a:r>
                <a:rPr kumimoji="1" lang="ko-KR" altLang="en-US" sz="40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F2F2F2"/>
                  </a:solidFill>
                  <a:latin typeface="+mj-ea"/>
                  <a:ea typeface="+mj-ea"/>
                  <a:cs typeface="Arial" panose="020B0604020202020204" pitchFamily="34" charset="0"/>
                </a:rPr>
                <a:t>개요</a:t>
              </a:r>
              <a:endParaRPr kumimoji="1" lang="en-US" altLang="ko-KR" sz="40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5071839" y="2666284"/>
              <a:ext cx="106069" cy="1224136"/>
            </a:xfrm>
            <a:prstGeom prst="rect">
              <a:avLst/>
            </a:prstGeom>
            <a:solidFill>
              <a:srgbClr val="FF5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pc="-100"/>
            </a:p>
          </p:txBody>
        </p:sp>
      </p:grpSp>
    </p:spTree>
    <p:extLst>
      <p:ext uri="{BB962C8B-B14F-4D97-AF65-F5344CB8AC3E}">
        <p14:creationId xmlns:p14="http://schemas.microsoft.com/office/powerpoint/2010/main" val="1191664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622" y="975852"/>
            <a:ext cx="1205646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리소스 절약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622" y="1285761"/>
            <a:ext cx="2272477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kumimoji="1"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매크로를 통한 </a:t>
            </a:r>
            <a:r>
              <a:rPr kumimoji="1"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QA </a:t>
            </a:r>
            <a:r>
              <a:rPr kumimoji="1"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자동화 도입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7E45B7-9FD9-1EBE-DCF4-7301D54CF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105" y="1966855"/>
            <a:ext cx="2096237" cy="156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래픽 5" descr="컴퓨터 단색으로 채워진">
            <a:extLst>
              <a:ext uri="{FF2B5EF4-FFF2-40B4-BE49-F238E27FC236}">
                <a16:creationId xmlns:a16="http://schemas.microsoft.com/office/drawing/2014/main" id="{3CC29106-C428-A34C-E963-A9C82D49A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4586" y="4187176"/>
            <a:ext cx="2319700" cy="2319700"/>
          </a:xfrm>
          <a:prstGeom prst="rect">
            <a:avLst/>
          </a:prstGeom>
        </p:spPr>
      </p:pic>
      <p:pic>
        <p:nvPicPr>
          <p:cNvPr id="1034" name="Picture 10" descr="커뮤니티 | 자유게시판[카운터-스트라이크 온라인]">
            <a:extLst>
              <a:ext uri="{FF2B5EF4-FFF2-40B4-BE49-F238E27FC236}">
                <a16:creationId xmlns:a16="http://schemas.microsoft.com/office/drawing/2014/main" id="{BB8D9790-F51C-200B-6E1F-A015B1347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005" y="1966854"/>
            <a:ext cx="1567803" cy="156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0600E5D9-6417-0641-564B-7EDD612E5F5C}"/>
              </a:ext>
            </a:extLst>
          </p:cNvPr>
          <p:cNvCxnSpPr>
            <a:stCxn id="1028" idx="2"/>
            <a:endCxn id="6" idx="1"/>
          </p:cNvCxnSpPr>
          <p:nvPr/>
        </p:nvCxnSpPr>
        <p:spPr>
          <a:xfrm rot="16200000" flipH="1">
            <a:off x="1975221" y="4137661"/>
            <a:ext cx="1812368" cy="60636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3" name="그래픽 22" descr="스마트폰 단색으로 채워진">
            <a:extLst>
              <a:ext uri="{FF2B5EF4-FFF2-40B4-BE49-F238E27FC236}">
                <a16:creationId xmlns:a16="http://schemas.microsoft.com/office/drawing/2014/main" id="{DBC07AFD-498E-D259-78C0-C56FFB6B3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65543">
            <a:off x="6399795" y="2888092"/>
            <a:ext cx="914400" cy="914400"/>
          </a:xfrm>
          <a:prstGeom prst="rect">
            <a:avLst/>
          </a:prstGeom>
        </p:spPr>
      </p:pic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0738D14-B5A9-4A31-1500-4D0F67641FAD}"/>
              </a:ext>
            </a:extLst>
          </p:cNvPr>
          <p:cNvCxnSpPr>
            <a:cxnSpLocks/>
            <a:stCxn id="6" idx="3"/>
            <a:endCxn id="1034" idx="2"/>
          </p:cNvCxnSpPr>
          <p:nvPr/>
        </p:nvCxnSpPr>
        <p:spPr>
          <a:xfrm flipV="1">
            <a:off x="5504286" y="3534657"/>
            <a:ext cx="497621" cy="181236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F31B37A-8E51-5778-1238-FB4B0FE0EC2B}"/>
              </a:ext>
            </a:extLst>
          </p:cNvPr>
          <p:cNvSpPr txBox="1"/>
          <p:nvPr/>
        </p:nvSpPr>
        <p:spPr>
          <a:xfrm>
            <a:off x="7437314" y="3260552"/>
            <a:ext cx="3698452" cy="4000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kumimoji="1" lang="ko-KR" altLang="en-US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매크로를 통한 리소스 절약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69D46-87D6-52F7-FC1E-14733A59EB35}"/>
              </a:ext>
            </a:extLst>
          </p:cNvPr>
          <p:cNvSpPr txBox="1"/>
          <p:nvPr/>
        </p:nvSpPr>
        <p:spPr>
          <a:xfrm>
            <a:off x="7600366" y="3645316"/>
            <a:ext cx="3247367" cy="73519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모바일 기기를 통해 추가적인 </a:t>
            </a:r>
            <a:r>
              <a:rPr lang="en-US" altLang="ko-KR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CASE </a:t>
            </a:r>
            <a:r>
              <a:rPr lang="ko-KR" altLang="en-US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확인</a:t>
            </a:r>
            <a:br>
              <a:rPr lang="en-US" altLang="ko-KR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</a:br>
            <a:r>
              <a:rPr lang="ko-KR" altLang="en-US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대량의 데이터 획득 가능</a:t>
            </a:r>
            <a:br>
              <a:rPr lang="en-US" altLang="ko-KR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</a:br>
            <a:r>
              <a:rPr lang="en-US" altLang="ko-KR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-&gt; </a:t>
            </a:r>
            <a:r>
              <a:rPr lang="ko-KR" altLang="en-US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같은 시간에 더 정확하고 많은 양의 </a:t>
            </a:r>
            <a:r>
              <a:rPr lang="en-US" altLang="ko-KR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QA </a:t>
            </a:r>
            <a:r>
              <a:rPr lang="ko-KR" altLang="en-US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진행</a:t>
            </a:r>
            <a:endParaRPr kumimoji="1" lang="ko-KR" altLang="en-US" sz="1200" b="1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636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622" y="975852"/>
            <a:ext cx="1368318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QA</a:t>
            </a: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에 자동화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?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622" y="1285761"/>
            <a:ext cx="1572733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고려해야 할 사항은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?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B9D667-4F5C-4866-DEF2-1AAB66FEC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8"/>
          <a:stretch/>
        </p:blipFill>
        <p:spPr>
          <a:xfrm>
            <a:off x="762857" y="1935187"/>
            <a:ext cx="7230456" cy="3982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A1B88-3C46-9987-41F0-F3D25B309762}"/>
              </a:ext>
            </a:extLst>
          </p:cNvPr>
          <p:cNvSpPr txBox="1"/>
          <p:nvPr/>
        </p:nvSpPr>
        <p:spPr>
          <a:xfrm>
            <a:off x="8003128" y="3357786"/>
            <a:ext cx="3698452" cy="4000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자동화는 장점만 있다</a:t>
            </a:r>
            <a:r>
              <a:rPr lang="en-US" altLang="ko-KR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?</a:t>
            </a:r>
            <a:endParaRPr kumimoji="1" lang="ko-KR" altLang="en-US" sz="20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79934-CA55-B701-4547-B8AA27E5A7A0}"/>
              </a:ext>
            </a:extLst>
          </p:cNvPr>
          <p:cNvSpPr txBox="1"/>
          <p:nvPr/>
        </p:nvSpPr>
        <p:spPr>
          <a:xfrm>
            <a:off x="8166180" y="3742550"/>
            <a:ext cx="3247367" cy="291997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분명 많은 장점이 있는 것은 사실</a:t>
            </a:r>
            <a:endParaRPr kumimoji="1" lang="ko-KR" altLang="en-US" sz="1200" b="1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609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622" y="975852"/>
            <a:ext cx="1368318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QA</a:t>
            </a: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에 자동화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?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622" y="1285761"/>
            <a:ext cx="1572733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고려해야 할 사항은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?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B9D667-4F5C-4866-DEF2-1AAB66FEC7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" b="84"/>
          <a:stretch/>
        </p:blipFill>
        <p:spPr>
          <a:xfrm>
            <a:off x="762857" y="1935187"/>
            <a:ext cx="7230456" cy="3982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A1B88-3C46-9987-41F0-F3D25B309762}"/>
              </a:ext>
            </a:extLst>
          </p:cNvPr>
          <p:cNvSpPr txBox="1"/>
          <p:nvPr/>
        </p:nvSpPr>
        <p:spPr>
          <a:xfrm>
            <a:off x="8003128" y="3357786"/>
            <a:ext cx="3698452" cy="4000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분명 부작용이 있다</a:t>
            </a:r>
            <a:r>
              <a:rPr lang="en-US" altLang="ko-KR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kumimoji="1" lang="ko-KR" altLang="en-US" sz="20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79934-CA55-B701-4547-B8AA27E5A7A0}"/>
              </a:ext>
            </a:extLst>
          </p:cNvPr>
          <p:cNvSpPr txBox="1"/>
          <p:nvPr/>
        </p:nvSpPr>
        <p:spPr>
          <a:xfrm>
            <a:off x="8166180" y="3742550"/>
            <a:ext cx="3247367" cy="513596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kumimoji="1" lang="ko-KR" altLang="en-US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발생할 수 있는 모든 부작용을 고려한 후 사용해야 한다</a:t>
            </a:r>
            <a:r>
              <a:rPr kumimoji="1" lang="en-US" altLang="ko-KR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kumimoji="1" lang="ko-KR" altLang="en-US" sz="1200" b="1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92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622" y="975852"/>
            <a:ext cx="1368318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QA</a:t>
            </a: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에 자동화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?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622" y="1285761"/>
            <a:ext cx="1572733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고려해야 할 사항은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?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1C56B2-5D1E-F0C5-1DE3-7B922C04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94" y="2057521"/>
            <a:ext cx="2500974" cy="3225602"/>
          </a:xfrm>
          <a:prstGeom prst="rect">
            <a:avLst/>
          </a:prstGeom>
        </p:spPr>
      </p:pic>
      <p:pic>
        <p:nvPicPr>
          <p:cNvPr id="3" name="그래픽 2" descr="닫기 단색으로 채워진">
            <a:extLst>
              <a:ext uri="{FF2B5EF4-FFF2-40B4-BE49-F238E27FC236}">
                <a16:creationId xmlns:a16="http://schemas.microsoft.com/office/drawing/2014/main" id="{FB88BA01-F56E-86BB-885F-A29DCEFDA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208" y="1903942"/>
            <a:ext cx="3592945" cy="35929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D7BBFB5-F145-1DFC-06A4-AF22E3DB4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50990" y="2057521"/>
            <a:ext cx="2634903" cy="3225665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B19F2A2-57A4-02EA-FF24-F727DC7D058E}"/>
              </a:ext>
            </a:extLst>
          </p:cNvPr>
          <p:cNvCxnSpPr>
            <a:cxnSpLocks/>
            <a:stCxn id="9" idx="3"/>
            <a:endCxn id="16" idx="1"/>
          </p:cNvCxnSpPr>
          <p:nvPr/>
        </p:nvCxnSpPr>
        <p:spPr>
          <a:xfrm>
            <a:off x="3266168" y="3670322"/>
            <a:ext cx="884822" cy="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DA5409-092C-1D8C-883F-D06096C30D3A}"/>
              </a:ext>
            </a:extLst>
          </p:cNvPr>
          <p:cNvSpPr txBox="1"/>
          <p:nvPr/>
        </p:nvSpPr>
        <p:spPr>
          <a:xfrm>
            <a:off x="7121916" y="3342511"/>
            <a:ext cx="3698452" cy="4000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kumimoji="1" lang="en-US" altLang="ko-KR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QA</a:t>
            </a:r>
            <a:r>
              <a:rPr kumimoji="1" lang="ko-KR" altLang="en-US" sz="20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는 정확도가 생명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4A6754-A3D0-477B-245A-5D9C96080FFA}"/>
              </a:ext>
            </a:extLst>
          </p:cNvPr>
          <p:cNvSpPr txBox="1"/>
          <p:nvPr/>
        </p:nvSpPr>
        <p:spPr>
          <a:xfrm>
            <a:off x="7247334" y="3699856"/>
            <a:ext cx="3698452" cy="291997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수많은 케이스와 예외 사항을 직접 확인할 필요가 있다</a:t>
            </a:r>
            <a:r>
              <a:rPr lang="en-US" altLang="ko-KR" sz="12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kumimoji="1" lang="ko-KR" altLang="en-US" sz="1200" b="1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52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개요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4078982" y="1773237"/>
            <a:ext cx="0" cy="44656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8183438" y="1859573"/>
            <a:ext cx="0" cy="44656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8622" y="975852"/>
            <a:ext cx="569253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조건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622" y="1285761"/>
            <a:ext cx="2580253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QA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에 자동화를 도입하기 위한 조건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3723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단순 반복 작업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6762" y="4866986"/>
            <a:ext cx="2447449" cy="46095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매크로로 수행해도 될 정도로 복잡하지 않고 단순하게 진행되는 반복 작업에 사용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78852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로그 보존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1891" y="4866986"/>
            <a:ext cx="2447449" cy="46095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매크로를 통해 진행된 자동화 과정을 기록하고 결과를 보존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6199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직접 검토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9238" y="4866986"/>
            <a:ext cx="2447449" cy="46095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기록된 과정을 정리하고 보존된 결과를 직접 검토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6" name="Picture 2" descr="산업 공장 자동화 라인. 포장 컨베이어 장비, 자동화 라인 및 산업 공장 일러스트레이션">
            <a:extLst>
              <a:ext uri="{FF2B5EF4-FFF2-40B4-BE49-F238E27FC236}">
                <a16:creationId xmlns:a16="http://schemas.microsoft.com/office/drawing/2014/main" id="{105B7EF8-1017-1526-5F0F-0620303C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66" y="2175346"/>
            <a:ext cx="2788040" cy="208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무료 벡터 인간 캐릭터 컴퓨터 폴더 및 블록 벡터 일러스트레이션과 연결된 플랫폼의 순서도가 있는 데이터 경제 아이소메트릭 구성">
            <a:extLst>
              <a:ext uri="{FF2B5EF4-FFF2-40B4-BE49-F238E27FC236}">
                <a16:creationId xmlns:a16="http://schemas.microsoft.com/office/drawing/2014/main" id="{B2DD0448-3847-70EA-5DF1-2488489A7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7704" y="2175346"/>
            <a:ext cx="2690516" cy="208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무료 벡터 증권 거래소 데이터 개념">
            <a:extLst>
              <a:ext uri="{FF2B5EF4-FFF2-40B4-BE49-F238E27FC236}">
                <a16:creationId xmlns:a16="http://schemas.microsoft.com/office/drawing/2014/main" id="{44E9B6DF-F745-D80F-6AEB-994373961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57" y="2175348"/>
            <a:ext cx="3135706" cy="208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212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270670" y="2495322"/>
            <a:ext cx="1400830" cy="1395098"/>
            <a:chOff x="5071839" y="2591069"/>
            <a:chExt cx="1400830" cy="1395098"/>
          </a:xfrm>
        </p:grpSpPr>
        <p:sp>
          <p:nvSpPr>
            <p:cNvPr id="2" name="TextBox 1"/>
            <p:cNvSpPr txBox="1"/>
            <p:nvPr/>
          </p:nvSpPr>
          <p:spPr>
            <a:xfrm>
              <a:off x="5287863" y="2591069"/>
              <a:ext cx="1080120" cy="769371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buClr>
                  <a:srgbClr val="FF5000"/>
                </a:buClr>
                <a:defRPr/>
              </a:pPr>
              <a:r>
                <a:rPr kumimoji="1" lang="en-US" altLang="ko-KR" sz="44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FF5000"/>
                  </a:solidFill>
                  <a:latin typeface="맑은 고딕" pitchFamily="50" charset="-127"/>
                  <a:cs typeface="Arial" panose="020B0604020202020204" pitchFamily="34" charset="0"/>
                </a:rPr>
                <a:t>02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287863" y="3278352"/>
              <a:ext cx="1184806" cy="707815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buClr>
                  <a:srgbClr val="FF5000"/>
                </a:buClr>
                <a:defRPr/>
              </a:pPr>
              <a:r>
                <a:rPr lang="ko-KR" altLang="en-US" sz="40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F2F2F2"/>
                  </a:solidFill>
                  <a:latin typeface="+mj-ea"/>
                  <a:ea typeface="+mj-ea"/>
                  <a:cs typeface="Arial" panose="020B0604020202020204" pitchFamily="34" charset="0"/>
                </a:rPr>
                <a:t>도입</a:t>
              </a:r>
              <a:endParaRPr kumimoji="1" lang="en-US" altLang="ko-KR" sz="40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5071839" y="2666284"/>
              <a:ext cx="106069" cy="1224136"/>
            </a:xfrm>
            <a:prstGeom prst="rect">
              <a:avLst/>
            </a:prstGeom>
            <a:solidFill>
              <a:srgbClr val="FF5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pc="-100"/>
            </a:p>
          </p:txBody>
        </p:sp>
      </p:grpSp>
    </p:spTree>
    <p:extLst>
      <p:ext uri="{BB962C8B-B14F-4D97-AF65-F5344CB8AC3E}">
        <p14:creationId xmlns:p14="http://schemas.microsoft.com/office/powerpoint/2010/main" val="2053079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도입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622" y="975852"/>
            <a:ext cx="1708989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첫번째 조건 고려 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622" y="1285761"/>
            <a:ext cx="383457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원더러스 내 매크로를 적용할 수 있는 단순 반복 작업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72144B-EE6C-43B6-1CC8-0EFEB29FD0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45"/>
          <a:stretch/>
        </p:blipFill>
        <p:spPr>
          <a:xfrm>
            <a:off x="838622" y="2282065"/>
            <a:ext cx="6089650" cy="342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4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836120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도입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66763" y="1773237"/>
            <a:ext cx="2229395" cy="4465637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2454969" y="2286891"/>
            <a:ext cx="972834" cy="318234"/>
          </a:xfrm>
          <a:prstGeom prst="straightConnector1">
            <a:avLst/>
          </a:prstGeom>
          <a:ln w="9525">
            <a:solidFill>
              <a:srgbClr val="FF5000"/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V="1">
            <a:off x="1124449" y="4679156"/>
            <a:ext cx="2303354" cy="838870"/>
          </a:xfrm>
          <a:prstGeom prst="straightConnector1">
            <a:avLst/>
          </a:prstGeom>
          <a:ln w="9525">
            <a:solidFill>
              <a:srgbClr val="FF5000"/>
            </a:solidFill>
            <a:headEnd type="oval" w="sm" len="sm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6089650" y="1773237"/>
            <a:ext cx="2229395" cy="208860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089650" y="4142581"/>
            <a:ext cx="2229395" cy="208860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319342" y="1917626"/>
            <a:ext cx="884881" cy="369265"/>
          </a:xfrm>
          <a:prstGeom prst="rect">
            <a:avLst/>
          </a:prstGeom>
          <a:noFill/>
          <a:ln w="2540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00"/>
          </a:p>
        </p:txBody>
      </p:sp>
      <p:sp>
        <p:nvSpPr>
          <p:cNvPr id="22" name="타원 21"/>
          <p:cNvSpPr/>
          <p:nvPr/>
        </p:nvSpPr>
        <p:spPr>
          <a:xfrm>
            <a:off x="6288740" y="4351380"/>
            <a:ext cx="507796" cy="507796"/>
          </a:xfrm>
          <a:prstGeom prst="ellipse">
            <a:avLst/>
          </a:prstGeom>
          <a:noFill/>
          <a:ln w="317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pc="-100"/>
          </a:p>
        </p:txBody>
      </p:sp>
      <p:sp>
        <p:nvSpPr>
          <p:cNvPr id="23" name="타원 22"/>
          <p:cNvSpPr/>
          <p:nvPr/>
        </p:nvSpPr>
        <p:spPr>
          <a:xfrm>
            <a:off x="6651894" y="4334498"/>
            <a:ext cx="199336" cy="199336"/>
          </a:xfrm>
          <a:prstGeom prst="ellipse">
            <a:avLst/>
          </a:prstGeom>
          <a:solidFill>
            <a:srgbClr val="FF5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50" spc="-100" dirty="0"/>
              <a:t>1</a:t>
            </a:r>
            <a:endParaRPr lang="ko-KR" altLang="en-US" sz="1050" spc="-100"/>
          </a:p>
        </p:txBody>
      </p:sp>
      <p:sp>
        <p:nvSpPr>
          <p:cNvPr id="24" name="직사각형 23"/>
          <p:cNvSpPr/>
          <p:nvPr/>
        </p:nvSpPr>
        <p:spPr>
          <a:xfrm>
            <a:off x="7249524" y="1858817"/>
            <a:ext cx="208598" cy="208598"/>
          </a:xfrm>
          <a:prstGeom prst="rect">
            <a:avLst/>
          </a:prstGeom>
          <a:solidFill>
            <a:srgbClr val="FF5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100" spc="-100" dirty="0"/>
              <a:t>1</a:t>
            </a:r>
            <a:endParaRPr lang="ko-KR" altLang="en-US" sz="1100" spc="-100"/>
          </a:p>
        </p:txBody>
      </p:sp>
      <p:sp>
        <p:nvSpPr>
          <p:cNvPr id="26" name="TextBox 25"/>
          <p:cNvSpPr txBox="1"/>
          <p:nvPr/>
        </p:nvSpPr>
        <p:spPr>
          <a:xfrm>
            <a:off x="838622" y="975852"/>
            <a:ext cx="1708989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첫번째 조건 고려 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8622" y="1285761"/>
            <a:ext cx="3788083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원더러스 내 매크로를 적용할 수 있는 단순 반복 작업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19044" y="1773238"/>
            <a:ext cx="3176761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06290" y="2050166"/>
            <a:ext cx="3017360" cy="1720400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마디씩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소학교 때 책상을 같이 했던 아이들의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佩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경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鏡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옥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玉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이런 이국 소녀들의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벌써 아기 어머니 된 계집애들의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가난한 이웃 사람들의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비둘기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강아지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토끼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‘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프랑시스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잠’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19044" y="4144129"/>
            <a:ext cx="3176761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06290" y="4421057"/>
            <a:ext cx="3017360" cy="1720400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소학교 때 책상을 같이 했던 아이들의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佩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경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鏡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옥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玉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이런 이국 소녀들의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벌써 아기 어머니 된 계집애들의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가난한 이웃 사람들의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비둘기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강아지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토끼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‘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프랑시스 잠’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02946" y="2478202"/>
            <a:ext cx="2699460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90191" y="2755130"/>
            <a:ext cx="2564009" cy="86785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02946" y="4540692"/>
            <a:ext cx="2699460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390191" y="4817620"/>
            <a:ext cx="2564009" cy="86785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97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/>
          <p:cNvSpPr txBox="1"/>
          <p:nvPr/>
        </p:nvSpPr>
        <p:spPr>
          <a:xfrm>
            <a:off x="6412208" y="1773238"/>
            <a:ext cx="5083598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 별들을 다 </a:t>
            </a:r>
            <a:r>
              <a:rPr lang="ko-KR" altLang="en-US" sz="1200" b="1" spc="-100" dirty="0" err="1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헤일</a:t>
            </a: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듯합니다</a:t>
            </a:r>
            <a:r>
              <a:rPr lang="en-US" altLang="ko-KR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7955" y="2169944"/>
            <a:ext cx="1686347" cy="25384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더미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텍스트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입력 필드</a:t>
            </a:r>
            <a:endParaRPr kumimoji="1" lang="ko-KR" altLang="en-US" sz="105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66762" y="1773237"/>
            <a:ext cx="5322887" cy="1656557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90650" y="2187745"/>
            <a:ext cx="537305" cy="227397"/>
          </a:xfrm>
          <a:prstGeom prst="rect">
            <a:avLst/>
          </a:prstGeom>
          <a:solidFill>
            <a:srgbClr val="FF5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</a:rPr>
              <a:t>TEXT</a:t>
            </a:r>
            <a:endParaRPr lang="ko-KR" altLang="en-US" sz="1100" b="1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9182954" y="2187745"/>
            <a:ext cx="537305" cy="227397"/>
          </a:xfrm>
          <a:prstGeom prst="rect">
            <a:avLst/>
          </a:prstGeom>
          <a:solidFill>
            <a:srgbClr val="A7A9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</a:rPr>
              <a:t>TEXT</a:t>
            </a:r>
            <a:endParaRPr lang="ko-KR" altLang="en-US" sz="1100" b="1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690650" y="2631413"/>
            <a:ext cx="537305" cy="227397"/>
          </a:xfrm>
          <a:prstGeom prst="rect">
            <a:avLst/>
          </a:prstGeom>
          <a:solidFill>
            <a:srgbClr val="A7A9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</a:rPr>
              <a:t>TEXT</a:t>
            </a:r>
            <a:endParaRPr lang="ko-KR" altLang="en-US" sz="1100" b="1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9182954" y="2631413"/>
            <a:ext cx="537305" cy="227397"/>
          </a:xfrm>
          <a:prstGeom prst="rect">
            <a:avLst/>
          </a:prstGeom>
          <a:solidFill>
            <a:srgbClr val="A7A9A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</a:rPr>
              <a:t>TEXT</a:t>
            </a:r>
            <a:endParaRPr lang="ko-KR" altLang="en-US" sz="1100" b="1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690650" y="3048083"/>
            <a:ext cx="537305" cy="227397"/>
          </a:xfrm>
          <a:prstGeom prst="rect">
            <a:avLst/>
          </a:prstGeom>
          <a:solidFill>
            <a:srgbClr val="FF5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spc="-1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</a:rPr>
              <a:t>TEXT</a:t>
            </a:r>
            <a:endParaRPr lang="ko-KR" altLang="en-US" sz="1100" b="1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27955" y="2990427"/>
            <a:ext cx="4195695" cy="210819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마리아 이름을 그리고 새겨지는 별 멀듯이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않은 위에도 사람들의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그리워 아름다운 다 릴케 버리었습니다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피어나듯이 그러나 아무 없이 마디씩 못 거외다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아이들의 나의 써 그러나 아스라히 애기 릴케 나는 별 계십니다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그러나 위에도 어머니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소학교 별에도 멀리 계십니다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봄이 자랑처럼 쉬이 까닭입니다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프랑시스 흙으로 아름다운 위에 이네들은 것은 까닭입니다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멀리 다하지 불러 거외다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다 이름과 별 하나에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하나 같이 많은 둘 있습니다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이름을 잠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하나에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언덕 하나에 별 내 차 가득 있습니다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이름자 프랑시스 가을 불러 계십니다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이네들은 별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이국 계절이 것은 까닭입니다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옥 흙으로 이런 나는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있습니다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파란 하나에 별들을 둘 계십니다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27955" y="5297455"/>
            <a:ext cx="4195695" cy="944803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lnSpc>
                <a:spcPct val="12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마리아 이름을 그리고 새겨지는 별 멀듯이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않은 위에도 사람들의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그리워 아름다운 다 릴케 버리었습니다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marL="171450" indent="-171450" defTabSz="912813">
              <a:lnSpc>
                <a:spcPct val="12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피어나듯이 그러나 아무 없이 마디씩 못 거외다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아이들의 나의 써 그러나 아스라히 애기 릴케 나는 별 계십니다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66762" y="3624953"/>
            <a:ext cx="5322887" cy="2617305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720259" y="2169944"/>
            <a:ext cx="1686347" cy="25384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더미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텍스트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입력 필드</a:t>
            </a:r>
            <a:endParaRPr kumimoji="1" lang="ko-KR" altLang="en-US" sz="105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227955" y="2625448"/>
            <a:ext cx="1686347" cy="25384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더미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텍스트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입력 필드</a:t>
            </a:r>
            <a:endParaRPr kumimoji="1" lang="ko-KR" altLang="en-US" sz="105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20259" y="2625448"/>
            <a:ext cx="1686347" cy="25384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더미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텍스트</a:t>
            </a:r>
            <a:r>
              <a:rPr lang="en-US" altLang="ko-KR" sz="105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z="1050" b="1" spc="-10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입력 필드</a:t>
            </a:r>
            <a:endParaRPr kumimoji="1" lang="ko-KR" altLang="en-US" sz="105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20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355471" y="1773237"/>
            <a:ext cx="0" cy="44656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773724" y="2106860"/>
            <a:ext cx="2440489" cy="2331046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6091950" y="1773237"/>
            <a:ext cx="0" cy="44656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8828429" y="1773237"/>
            <a:ext cx="0" cy="446563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3723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6762" y="4866986"/>
            <a:ext cx="2447449" cy="106175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511697" y="2106860"/>
            <a:ext cx="2440489" cy="2331046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11696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504735" y="4866986"/>
            <a:ext cx="2447449" cy="106175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231715" y="2106860"/>
            <a:ext cx="2440489" cy="2331046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31714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24753" y="4866986"/>
            <a:ext cx="2447449" cy="106175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8984655" y="2106860"/>
            <a:ext cx="2440489" cy="2331046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pc="-10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</a:rPr>
              <a:t>img</a:t>
            </a:r>
            <a:endParaRPr lang="ko-KR" altLang="en-US" spc="-10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84654" y="4590058"/>
            <a:ext cx="2440489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</a:t>
            </a:r>
            <a:endParaRPr kumimoji="1" lang="ko-KR" altLang="en-US" sz="12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77693" y="4866986"/>
            <a:ext cx="2447449" cy="106175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48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13452"/>
              </p:ext>
            </p:extLst>
          </p:nvPr>
        </p:nvGraphicFramePr>
        <p:xfrm>
          <a:off x="1181894" y="4934840"/>
          <a:ext cx="9828212" cy="1296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077590">
                  <a:extLst>
                    <a:ext uri="{9D8B030D-6E8A-4147-A177-3AD203B41FA5}">
                      <a16:colId xmlns:a16="http://schemas.microsoft.com/office/drawing/2014/main" val="1437503449"/>
                    </a:ext>
                  </a:extLst>
                </a:gridCol>
                <a:gridCol w="1687656">
                  <a:extLst>
                    <a:ext uri="{9D8B030D-6E8A-4147-A177-3AD203B41FA5}">
                      <a16:colId xmlns:a16="http://schemas.microsoft.com/office/drawing/2014/main" val="2864718913"/>
                    </a:ext>
                  </a:extLst>
                </a:gridCol>
                <a:gridCol w="1687656">
                  <a:extLst>
                    <a:ext uri="{9D8B030D-6E8A-4147-A177-3AD203B41FA5}">
                      <a16:colId xmlns:a16="http://schemas.microsoft.com/office/drawing/2014/main" val="468549578"/>
                    </a:ext>
                  </a:extLst>
                </a:gridCol>
                <a:gridCol w="3375310">
                  <a:extLst>
                    <a:ext uri="{9D8B030D-6E8A-4147-A177-3AD203B41FA5}">
                      <a16:colId xmlns:a16="http://schemas.microsoft.com/office/drawing/2014/main" val="1180762644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01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02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03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61915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</a:rPr>
                        <a:t>CATEGORY</a:t>
                      </a:r>
                      <a:r>
                        <a:rPr lang="en-US" altLang="ko-KR" sz="1200" baseline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</a:rPr>
                        <a:t> 01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5774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 02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4485660"/>
                  </a:ext>
                </a:extLst>
              </a:tr>
            </a:tbl>
          </a:graphicData>
        </a:graphic>
      </p:graphicFrame>
      <p:cxnSp>
        <p:nvCxnSpPr>
          <p:cNvPr id="7" name="직선 연결선 6"/>
          <p:cNvCxnSpPr/>
          <p:nvPr/>
        </p:nvCxnSpPr>
        <p:spPr>
          <a:xfrm>
            <a:off x="1276350" y="3011356"/>
            <a:ext cx="9639300" cy="0"/>
          </a:xfrm>
          <a:prstGeom prst="line">
            <a:avLst/>
          </a:prstGeom>
          <a:ln w="1905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/>
          <p:cNvSpPr/>
          <p:nvPr/>
        </p:nvSpPr>
        <p:spPr>
          <a:xfrm>
            <a:off x="2368034" y="2854602"/>
            <a:ext cx="313508" cy="313508"/>
          </a:xfrm>
          <a:prstGeom prst="ellipse">
            <a:avLst/>
          </a:prstGeom>
          <a:solidFill>
            <a:schemeClr val="bg1"/>
          </a:solidFill>
          <a:ln w="444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sp>
        <p:nvSpPr>
          <p:cNvPr id="9" name="타원 8"/>
          <p:cNvSpPr/>
          <p:nvPr/>
        </p:nvSpPr>
        <p:spPr>
          <a:xfrm>
            <a:off x="4150128" y="2854602"/>
            <a:ext cx="313508" cy="313508"/>
          </a:xfrm>
          <a:prstGeom prst="ellipse">
            <a:avLst/>
          </a:prstGeom>
          <a:solidFill>
            <a:schemeClr val="bg1"/>
          </a:solidFill>
          <a:ln w="444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sp>
        <p:nvSpPr>
          <p:cNvPr id="10" name="타원 9"/>
          <p:cNvSpPr/>
          <p:nvPr/>
        </p:nvSpPr>
        <p:spPr>
          <a:xfrm>
            <a:off x="5933690" y="2854602"/>
            <a:ext cx="313508" cy="313508"/>
          </a:xfrm>
          <a:prstGeom prst="ellipse">
            <a:avLst/>
          </a:prstGeom>
          <a:solidFill>
            <a:schemeClr val="bg1"/>
          </a:solidFill>
          <a:ln w="444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sp>
        <p:nvSpPr>
          <p:cNvPr id="11" name="타원 10"/>
          <p:cNvSpPr/>
          <p:nvPr/>
        </p:nvSpPr>
        <p:spPr>
          <a:xfrm>
            <a:off x="7717252" y="2854602"/>
            <a:ext cx="313508" cy="313508"/>
          </a:xfrm>
          <a:prstGeom prst="ellipse">
            <a:avLst/>
          </a:prstGeom>
          <a:solidFill>
            <a:schemeClr val="bg1"/>
          </a:solidFill>
          <a:ln w="444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sp>
        <p:nvSpPr>
          <p:cNvPr id="12" name="타원 11"/>
          <p:cNvSpPr/>
          <p:nvPr/>
        </p:nvSpPr>
        <p:spPr>
          <a:xfrm>
            <a:off x="9505900" y="2854602"/>
            <a:ext cx="313508" cy="313508"/>
          </a:xfrm>
          <a:prstGeom prst="ellipse">
            <a:avLst/>
          </a:prstGeom>
          <a:solidFill>
            <a:schemeClr val="bg1"/>
          </a:solidFill>
          <a:ln w="44450">
            <a:solidFill>
              <a:srgbClr val="FF5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/>
          </a:p>
        </p:txBody>
      </p:sp>
      <p:cxnSp>
        <p:nvCxnSpPr>
          <p:cNvPr id="13" name="직선 연결선 12"/>
          <p:cNvCxnSpPr/>
          <p:nvPr/>
        </p:nvCxnSpPr>
        <p:spPr>
          <a:xfrm>
            <a:off x="2524788" y="2518340"/>
            <a:ext cx="3565656" cy="0"/>
          </a:xfrm>
          <a:prstGeom prst="line">
            <a:avLst/>
          </a:prstGeom>
          <a:ln w="9525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2512054" y="2352350"/>
            <a:ext cx="0" cy="330926"/>
          </a:xfrm>
          <a:prstGeom prst="line">
            <a:avLst/>
          </a:prstGeom>
          <a:ln w="31750" cap="rnd">
            <a:solidFill>
              <a:srgbClr val="FF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6093885" y="2352350"/>
            <a:ext cx="0" cy="330926"/>
          </a:xfrm>
          <a:prstGeom prst="line">
            <a:avLst/>
          </a:prstGeom>
          <a:ln w="31750" cap="rnd">
            <a:solidFill>
              <a:srgbClr val="FF5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73697" y="2111662"/>
            <a:ext cx="1466370" cy="276928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ko-KR" altLang="en-US" sz="12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+mj-ea"/>
                <a:ea typeface="+mj-ea"/>
                <a:cs typeface="Arial" panose="020B0604020202020204" pitchFamily="34" charset="0"/>
              </a:rPr>
              <a:t>더미 타이틀 입력</a:t>
            </a:r>
            <a:endParaRPr kumimoji="1" lang="en-US" altLang="ko-KR" sz="1200" b="1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683941" y="3255360"/>
            <a:ext cx="1656224" cy="950888"/>
            <a:chOff x="1683941" y="3255360"/>
            <a:chExt cx="1656224" cy="950888"/>
          </a:xfrm>
        </p:grpSpPr>
        <p:sp>
          <p:nvSpPr>
            <p:cNvPr id="34" name="TextBox 33"/>
            <p:cNvSpPr txBox="1"/>
            <p:nvPr/>
          </p:nvSpPr>
          <p:spPr>
            <a:xfrm>
              <a:off x="1831438" y="3255360"/>
              <a:ext cx="1361231" cy="276928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2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683941" y="3532288"/>
              <a:ext cx="1656224" cy="673960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05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478770" y="3255360"/>
            <a:ext cx="1656224" cy="950888"/>
            <a:chOff x="1683941" y="3255360"/>
            <a:chExt cx="1656224" cy="950888"/>
          </a:xfrm>
        </p:grpSpPr>
        <p:sp>
          <p:nvSpPr>
            <p:cNvPr id="40" name="TextBox 39"/>
            <p:cNvSpPr txBox="1"/>
            <p:nvPr/>
          </p:nvSpPr>
          <p:spPr>
            <a:xfrm>
              <a:off x="1831438" y="3255360"/>
              <a:ext cx="1361231" cy="276928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2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683941" y="3532288"/>
              <a:ext cx="1656224" cy="673960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05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5265773" y="3255360"/>
            <a:ext cx="1656224" cy="950888"/>
            <a:chOff x="1683941" y="3255360"/>
            <a:chExt cx="1656224" cy="950888"/>
          </a:xfrm>
        </p:grpSpPr>
        <p:sp>
          <p:nvSpPr>
            <p:cNvPr id="43" name="TextBox 42"/>
            <p:cNvSpPr txBox="1"/>
            <p:nvPr/>
          </p:nvSpPr>
          <p:spPr>
            <a:xfrm>
              <a:off x="1831438" y="3255360"/>
              <a:ext cx="1361231" cy="276928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2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683941" y="3532288"/>
              <a:ext cx="1656224" cy="673960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05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7045894" y="3255360"/>
            <a:ext cx="1656224" cy="950888"/>
            <a:chOff x="1683941" y="3255360"/>
            <a:chExt cx="1656224" cy="950888"/>
          </a:xfrm>
        </p:grpSpPr>
        <p:sp>
          <p:nvSpPr>
            <p:cNvPr id="46" name="TextBox 45"/>
            <p:cNvSpPr txBox="1"/>
            <p:nvPr/>
          </p:nvSpPr>
          <p:spPr>
            <a:xfrm>
              <a:off x="1831438" y="3255360"/>
              <a:ext cx="1361231" cy="276928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2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683941" y="3532288"/>
              <a:ext cx="1656224" cy="673960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05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8834542" y="3255360"/>
            <a:ext cx="1656224" cy="950888"/>
            <a:chOff x="1683941" y="3255360"/>
            <a:chExt cx="1656224" cy="950888"/>
          </a:xfrm>
        </p:grpSpPr>
        <p:sp>
          <p:nvSpPr>
            <p:cNvPr id="49" name="TextBox 48"/>
            <p:cNvSpPr txBox="1"/>
            <p:nvPr/>
          </p:nvSpPr>
          <p:spPr>
            <a:xfrm>
              <a:off x="1831438" y="3255360"/>
              <a:ext cx="1361231" cy="276928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2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2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83941" y="3532288"/>
              <a:ext cx="1656224" cy="673960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05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kumimoji="1"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816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89985"/>
              </p:ext>
            </p:extLst>
          </p:nvPr>
        </p:nvGraphicFramePr>
        <p:xfrm>
          <a:off x="1181100" y="1773238"/>
          <a:ext cx="9828212" cy="4465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077590">
                  <a:extLst>
                    <a:ext uri="{9D8B030D-6E8A-4147-A177-3AD203B41FA5}">
                      <a16:colId xmlns:a16="http://schemas.microsoft.com/office/drawing/2014/main" val="1437503449"/>
                    </a:ext>
                  </a:extLst>
                </a:gridCol>
                <a:gridCol w="1687656">
                  <a:extLst>
                    <a:ext uri="{9D8B030D-6E8A-4147-A177-3AD203B41FA5}">
                      <a16:colId xmlns:a16="http://schemas.microsoft.com/office/drawing/2014/main" val="2864718913"/>
                    </a:ext>
                  </a:extLst>
                </a:gridCol>
                <a:gridCol w="1687656">
                  <a:extLst>
                    <a:ext uri="{9D8B030D-6E8A-4147-A177-3AD203B41FA5}">
                      <a16:colId xmlns:a16="http://schemas.microsoft.com/office/drawing/2014/main" val="468549578"/>
                    </a:ext>
                  </a:extLst>
                </a:gridCol>
                <a:gridCol w="3375310">
                  <a:extLst>
                    <a:ext uri="{9D8B030D-6E8A-4147-A177-3AD203B41FA5}">
                      <a16:colId xmlns:a16="http://schemas.microsoft.com/office/drawing/2014/main" val="1180762644"/>
                    </a:ext>
                  </a:extLst>
                </a:gridCol>
              </a:tblGrid>
              <a:tr h="37213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01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02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</a:rPr>
                        <a:t>CONTENTS 03</a:t>
                      </a:r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6191528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</a:rPr>
                        <a:t>CATEGORY</a:t>
                      </a:r>
                      <a:r>
                        <a:rPr lang="en-US" altLang="ko-KR" sz="1200" baseline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</a:rPr>
                        <a:t> 01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X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rgbClr val="FF5000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rgbClr val="FF5000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057742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 02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4485660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1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1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b="1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b="1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 b="1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50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5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CATEGORY</a:t>
                      </a: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△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O</a:t>
                      </a:r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200" u="none" strike="noStrike" kern="1200" cap="none" spc="0" normalizeH="0" baseline="0" noProof="0" dirty="0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 </a:t>
                      </a:r>
                      <a:r>
                        <a:rPr kumimoji="0" lang="en-US" altLang="ko-KR" sz="1200" u="none" strike="noStrike" kern="1200" cap="none" spc="0" normalizeH="0" baseline="0" noProof="0" dirty="0" err="1">
                          <a:ln>
                            <a:solidFill>
                              <a:srgbClr val="FFD96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TEXT</a:t>
                      </a:r>
                      <a:endParaRPr lang="ko-KR" altLang="en-US" sz="120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1" i="0" u="none" strike="noStrike" kern="1200" cap="none" spc="0" normalizeH="0" baseline="0" noProof="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n>
                          <a:solidFill>
                            <a:srgbClr val="FFD96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858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5E6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00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2244207" y="2319987"/>
            <a:ext cx="1784765" cy="1784765"/>
          </a:xfrm>
          <a:prstGeom prst="ellipse">
            <a:avLst/>
          </a:prstGeom>
          <a:noFill/>
          <a:ln w="190500" cap="rnd">
            <a:solidFill>
              <a:srgbClr val="BFBFBF">
                <a:alpha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7" name="원호 6"/>
          <p:cNvSpPr/>
          <p:nvPr/>
        </p:nvSpPr>
        <p:spPr>
          <a:xfrm>
            <a:off x="2244207" y="2319987"/>
            <a:ext cx="1784765" cy="1784765"/>
          </a:xfrm>
          <a:prstGeom prst="arc">
            <a:avLst>
              <a:gd name="adj1" fmla="val 16200000"/>
              <a:gd name="adj2" fmla="val 3163491"/>
            </a:avLst>
          </a:prstGeom>
          <a:noFill/>
          <a:ln w="190500" cap="flat">
            <a:solidFill>
              <a:srgbClr val="FF5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8838" y="2950795"/>
            <a:ext cx="869336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45%</a:t>
            </a:r>
          </a:p>
        </p:txBody>
      </p:sp>
      <p:sp>
        <p:nvSpPr>
          <p:cNvPr id="9" name="타원 8"/>
          <p:cNvSpPr/>
          <p:nvPr/>
        </p:nvSpPr>
        <p:spPr>
          <a:xfrm>
            <a:off x="5211244" y="2319987"/>
            <a:ext cx="1784765" cy="1784765"/>
          </a:xfrm>
          <a:prstGeom prst="ellipse">
            <a:avLst/>
          </a:prstGeom>
          <a:noFill/>
          <a:ln w="190500" cap="rnd">
            <a:solidFill>
              <a:srgbClr val="BFBFBF">
                <a:alpha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10" name="원호 9"/>
          <p:cNvSpPr/>
          <p:nvPr/>
        </p:nvSpPr>
        <p:spPr>
          <a:xfrm>
            <a:off x="5211244" y="2319987"/>
            <a:ext cx="1784765" cy="1784765"/>
          </a:xfrm>
          <a:prstGeom prst="arc">
            <a:avLst>
              <a:gd name="adj1" fmla="val 16200000"/>
              <a:gd name="adj2" fmla="val 7802911"/>
            </a:avLst>
          </a:prstGeom>
          <a:noFill/>
          <a:ln w="190500" cap="flat">
            <a:solidFill>
              <a:srgbClr val="FF5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45875" y="2950795"/>
            <a:ext cx="869336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12" name="타원 11"/>
          <p:cNvSpPr/>
          <p:nvPr/>
        </p:nvSpPr>
        <p:spPr>
          <a:xfrm>
            <a:off x="8178282" y="2319987"/>
            <a:ext cx="1784765" cy="1784765"/>
          </a:xfrm>
          <a:prstGeom prst="ellipse">
            <a:avLst/>
          </a:prstGeom>
          <a:noFill/>
          <a:ln w="190500" cap="rnd">
            <a:solidFill>
              <a:srgbClr val="BFBFBF">
                <a:alpha val="6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13" name="원호 12"/>
          <p:cNvSpPr/>
          <p:nvPr/>
        </p:nvSpPr>
        <p:spPr>
          <a:xfrm>
            <a:off x="8178282" y="2319987"/>
            <a:ext cx="1784765" cy="1784765"/>
          </a:xfrm>
          <a:prstGeom prst="arc">
            <a:avLst>
              <a:gd name="adj1" fmla="val 16200000"/>
              <a:gd name="adj2" fmla="val 21485692"/>
            </a:avLst>
          </a:prstGeom>
          <a:noFill/>
          <a:ln w="190500" cap="flat">
            <a:solidFill>
              <a:srgbClr val="9730A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0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12913" y="2950795"/>
            <a:ext cx="869336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184084" y="4567087"/>
            <a:ext cx="1930720" cy="1258665"/>
            <a:chOff x="1683941" y="3255360"/>
            <a:chExt cx="1656224" cy="1258665"/>
          </a:xfrm>
        </p:grpSpPr>
        <p:sp>
          <p:nvSpPr>
            <p:cNvPr id="27" name="TextBox 26"/>
            <p:cNvSpPr txBox="1"/>
            <p:nvPr/>
          </p:nvSpPr>
          <p:spPr>
            <a:xfrm>
              <a:off x="1831438" y="3255360"/>
              <a:ext cx="1361231" cy="307706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4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83941" y="3532288"/>
              <a:ext cx="1656224" cy="981737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lang="en-US" altLang="ko-KR" sz="11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  <a:p>
              <a:pPr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  <a:cs typeface="Arial" panose="020B0604020202020204" pitchFamily="34" charset="0"/>
                </a:rPr>
                <a:t>별 하나에 추억과 별 하나에 사</a:t>
              </a:r>
              <a:endParaRPr kumimoji="1" lang="ko-KR" altLang="en-US" sz="11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5138266" y="4567087"/>
            <a:ext cx="1930720" cy="1258665"/>
            <a:chOff x="1683941" y="3255360"/>
            <a:chExt cx="1656224" cy="1258665"/>
          </a:xfrm>
        </p:grpSpPr>
        <p:sp>
          <p:nvSpPr>
            <p:cNvPr id="30" name="TextBox 29"/>
            <p:cNvSpPr txBox="1"/>
            <p:nvPr/>
          </p:nvSpPr>
          <p:spPr>
            <a:xfrm>
              <a:off x="1831438" y="3255360"/>
              <a:ext cx="1361231" cy="307706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4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83941" y="3532288"/>
              <a:ext cx="1656224" cy="981737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lvl="0"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lang="en-US" altLang="ko-KR" sz="1100" spc="-1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lvl="0"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별 하나에 추억과 별 하나에 사</a:t>
              </a: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8105304" y="4567087"/>
            <a:ext cx="1930720" cy="1258665"/>
            <a:chOff x="1683941" y="3255360"/>
            <a:chExt cx="1656224" cy="1258665"/>
          </a:xfrm>
        </p:grpSpPr>
        <p:sp>
          <p:nvSpPr>
            <p:cNvPr id="33" name="TextBox 32"/>
            <p:cNvSpPr txBox="1"/>
            <p:nvPr/>
          </p:nvSpPr>
          <p:spPr>
            <a:xfrm>
              <a:off x="1831438" y="3255360"/>
              <a:ext cx="1361231" cy="307706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algn="ctr" defTabSz="912813"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400" b="1" spc="-100" dirty="0">
                  <a:ln>
                    <a:solidFill>
                      <a:schemeClr val="bg1">
                        <a:lumMod val="95000"/>
                        <a:alpha val="0"/>
                      </a:schemeClr>
                    </a:solidFill>
                  </a:ln>
                  <a:latin typeface="+mj-ea"/>
                  <a:ea typeface="+mj-ea"/>
                </a:rPr>
                <a:t>더미 타이틀 입력</a:t>
              </a:r>
              <a:endParaRPr kumimoji="1"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83941" y="3532288"/>
              <a:ext cx="1656224" cy="981737"/>
            </a:xfrm>
            <a:prstGeom prst="rect">
              <a:avLst/>
            </a:prstGeom>
            <a:noFill/>
          </p:spPr>
          <p:txBody>
            <a:bodyPr wrap="square" lIns="91374" tIns="45685" rIns="91374" bIns="45685">
              <a:spAutoFit/>
            </a:bodyPr>
            <a:lstStyle/>
            <a:p>
              <a:pPr lvl="0"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별 하나에 추억과 별 하나에 사랑과 별 하나에 쓸쓸함과 별 하나에 동경과 별 하나에</a:t>
              </a:r>
              <a:endParaRPr lang="en-US" altLang="ko-KR" sz="1100" spc="-10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lvl="0" defTabSz="912813">
                <a:lnSpc>
                  <a:spcPct val="120000"/>
                </a:lnSpc>
                <a:spcBef>
                  <a:spcPts val="600"/>
                </a:spcBef>
                <a:buClr>
                  <a:srgbClr val="FF5000"/>
                </a:buClr>
                <a:defRPr/>
              </a:pPr>
              <a:r>
                <a:rPr lang="ko-KR" altLang="en-US" sz="1100" spc="-100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a typeface="맑은 고딕" panose="020B0503020000020004" pitchFamily="50" charset="-127"/>
                  <a:cs typeface="Arial" panose="020B0604020202020204" pitchFamily="34" charset="0"/>
                </a:rPr>
                <a:t>별 하나에 추억과 별 하나에 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1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47134" y="84510"/>
            <a:ext cx="1801128" cy="492438"/>
          </a:xfrm>
          <a:prstGeom prst="rect">
            <a:avLst/>
          </a:prstGeom>
          <a:noFill/>
        </p:spPr>
        <p:txBody>
          <a:bodyPr wrap="none" lIns="121917" tIns="60958" rIns="121917" bIns="60958" anchor="ctr">
            <a:spAutoFit/>
          </a:bodyPr>
          <a:lstStyle/>
          <a:p>
            <a:pPr defTabSz="1217054">
              <a:defRPr/>
            </a:pPr>
            <a:r>
              <a:rPr lang="ko-KR" altLang="en-US" sz="2400" b="1" spc="-100" dirty="0">
                <a:solidFill>
                  <a:schemeClr val="bg1"/>
                </a:solidFill>
                <a:latin typeface="+mn-ea"/>
                <a:ea typeface="+mn-ea"/>
              </a:rPr>
              <a:t>페이지 </a:t>
            </a:r>
            <a:r>
              <a:rPr lang="en-US" altLang="ko-KR" sz="2400" b="1" spc="-100" dirty="0">
                <a:solidFill>
                  <a:schemeClr val="bg1"/>
                </a:solidFill>
                <a:latin typeface="+mn-ea"/>
                <a:ea typeface="+mn-ea"/>
              </a:rPr>
              <a:t>Title</a:t>
            </a:r>
            <a:endParaRPr lang="ko-KR" altLang="en-US" sz="2400" b="1" spc="-1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66763" y="984500"/>
            <a:ext cx="66882" cy="59079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defTabSz="914218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kumimoji="0" lang="ko-KR" altLang="en-US" sz="1000" b="1" spc="-100" dirty="0" err="1">
              <a:solidFill>
                <a:prstClr val="black"/>
              </a:solidFill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1053043" y="2419224"/>
            <a:ext cx="4192799" cy="2009794"/>
            <a:chOff x="1099451" y="2363677"/>
            <a:chExt cx="4492676" cy="2009794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1814808" y="2477587"/>
              <a:ext cx="2969418" cy="172218"/>
            </a:xfrm>
            <a:prstGeom prst="roundRect">
              <a:avLst>
                <a:gd name="adj" fmla="val 50000"/>
              </a:avLst>
            </a:prstGeom>
            <a:solidFill>
              <a:srgbClr val="E4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1812402" y="2477587"/>
              <a:ext cx="2642523" cy="172218"/>
            </a:xfrm>
            <a:prstGeom prst="roundRect">
              <a:avLst>
                <a:gd name="adj" fmla="val 50000"/>
              </a:avLst>
            </a:prstGeom>
            <a:solidFill>
              <a:srgbClr val="FF5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977990" y="2363677"/>
              <a:ext cx="614137" cy="369261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99451" y="2409843"/>
              <a:ext cx="435435" cy="276928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2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1814808" y="2887720"/>
              <a:ext cx="2969418" cy="172218"/>
            </a:xfrm>
            <a:prstGeom prst="roundRect">
              <a:avLst>
                <a:gd name="adj" fmla="val 50000"/>
              </a:avLst>
            </a:prstGeom>
            <a:solidFill>
              <a:srgbClr val="E4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1812402" y="2887720"/>
              <a:ext cx="2402294" cy="172218"/>
            </a:xfrm>
            <a:prstGeom prst="roundRect">
              <a:avLst>
                <a:gd name="adj" fmla="val 50000"/>
              </a:avLst>
            </a:prstGeom>
            <a:solidFill>
              <a:srgbClr val="1CE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977990" y="2773810"/>
              <a:ext cx="614137" cy="369261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9451" y="2819976"/>
              <a:ext cx="435435" cy="276928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2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1814808" y="3297853"/>
              <a:ext cx="2969418" cy="172218"/>
            </a:xfrm>
            <a:prstGeom prst="roundRect">
              <a:avLst>
                <a:gd name="adj" fmla="val 50000"/>
              </a:avLst>
            </a:prstGeom>
            <a:solidFill>
              <a:srgbClr val="E4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20" name="모서리가 둥근 직사각형 19"/>
            <p:cNvSpPr/>
            <p:nvPr/>
          </p:nvSpPr>
          <p:spPr>
            <a:xfrm>
              <a:off x="1812402" y="3297853"/>
              <a:ext cx="2402294" cy="172218"/>
            </a:xfrm>
            <a:prstGeom prst="roundRect">
              <a:avLst>
                <a:gd name="adj" fmla="val 50000"/>
              </a:avLst>
            </a:prstGeom>
            <a:solidFill>
              <a:srgbClr val="1CE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977990" y="3183943"/>
              <a:ext cx="614137" cy="369261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99451" y="3230109"/>
              <a:ext cx="435435" cy="276928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2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1814808" y="3707986"/>
              <a:ext cx="2969418" cy="172218"/>
            </a:xfrm>
            <a:prstGeom prst="roundRect">
              <a:avLst>
                <a:gd name="adj" fmla="val 50000"/>
              </a:avLst>
            </a:prstGeom>
            <a:solidFill>
              <a:srgbClr val="E4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25" name="모서리가 둥근 직사각형 24"/>
            <p:cNvSpPr/>
            <p:nvPr/>
          </p:nvSpPr>
          <p:spPr>
            <a:xfrm>
              <a:off x="1812402" y="3707986"/>
              <a:ext cx="2183904" cy="172218"/>
            </a:xfrm>
            <a:prstGeom prst="roundRect">
              <a:avLst>
                <a:gd name="adj" fmla="val 50000"/>
              </a:avLst>
            </a:prstGeom>
            <a:solidFill>
              <a:srgbClr val="9730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977990" y="3594076"/>
              <a:ext cx="614137" cy="369261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99451" y="3640242"/>
              <a:ext cx="435435" cy="276928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2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1814808" y="4118120"/>
              <a:ext cx="2969418" cy="172218"/>
            </a:xfrm>
            <a:prstGeom prst="roundRect">
              <a:avLst>
                <a:gd name="adj" fmla="val 50000"/>
              </a:avLst>
            </a:prstGeom>
            <a:solidFill>
              <a:srgbClr val="E4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1812402" y="4118120"/>
              <a:ext cx="2402294" cy="172218"/>
            </a:xfrm>
            <a:prstGeom prst="roundRect">
              <a:avLst>
                <a:gd name="adj" fmla="val 50000"/>
              </a:avLst>
            </a:prstGeom>
            <a:solidFill>
              <a:srgbClr val="1CEB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 spc="-10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77990" y="4004210"/>
              <a:ext cx="614137" cy="369261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99451" y="4050376"/>
              <a:ext cx="435435" cy="276928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200" b="1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6382088" y="2442306"/>
            <a:ext cx="4036767" cy="1963628"/>
            <a:chOff x="6450927" y="2363677"/>
            <a:chExt cx="4036767" cy="2301766"/>
          </a:xfrm>
        </p:grpSpPr>
        <p:grpSp>
          <p:nvGrpSpPr>
            <p:cNvPr id="50" name="그룹 49"/>
            <p:cNvGrpSpPr/>
            <p:nvPr/>
          </p:nvGrpSpPr>
          <p:grpSpPr>
            <a:xfrm>
              <a:off x="7175326" y="2363677"/>
              <a:ext cx="3159608" cy="1994405"/>
              <a:chOff x="7031310" y="2363677"/>
              <a:chExt cx="3159608" cy="1994405"/>
            </a:xfrm>
          </p:grpSpPr>
          <p:sp>
            <p:nvSpPr>
              <p:cNvPr id="36" name="직사각형 35"/>
              <p:cNvSpPr/>
              <p:nvPr/>
            </p:nvSpPr>
            <p:spPr>
              <a:xfrm>
                <a:off x="7031310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7509906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7988502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8467098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8945694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9424290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9902886" y="2363677"/>
                <a:ext cx="288032" cy="1994405"/>
              </a:xfrm>
              <a:prstGeom prst="rect">
                <a:avLst/>
              </a:prstGeom>
              <a:solidFill>
                <a:srgbClr val="E4E5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7031310" y="2887720"/>
                <a:ext cx="288032" cy="1470362"/>
              </a:xfrm>
              <a:prstGeom prst="rect">
                <a:avLst/>
              </a:prstGeom>
              <a:solidFill>
                <a:srgbClr val="1CEBC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7509906" y="2887720"/>
                <a:ext cx="288032" cy="1470362"/>
              </a:xfrm>
              <a:prstGeom prst="rect">
                <a:avLst/>
              </a:prstGeom>
              <a:solidFill>
                <a:srgbClr val="1CEBC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7988502" y="2649805"/>
                <a:ext cx="288032" cy="1708277"/>
              </a:xfrm>
              <a:prstGeom prst="rect">
                <a:avLst/>
              </a:prstGeom>
              <a:solidFill>
                <a:srgbClr val="FF5000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8467098" y="3059938"/>
                <a:ext cx="288032" cy="1298144"/>
              </a:xfrm>
              <a:prstGeom prst="rect">
                <a:avLst/>
              </a:prstGeom>
              <a:solidFill>
                <a:srgbClr val="1CEBC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8945694" y="3470070"/>
                <a:ext cx="288032" cy="888011"/>
              </a:xfrm>
              <a:prstGeom prst="rect">
                <a:avLst/>
              </a:prstGeom>
              <a:solidFill>
                <a:srgbClr val="9730A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9424290" y="2649805"/>
                <a:ext cx="288032" cy="1708277"/>
              </a:xfrm>
              <a:prstGeom prst="rect">
                <a:avLst/>
              </a:prstGeom>
              <a:solidFill>
                <a:srgbClr val="FF5000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9902886" y="2887720"/>
                <a:ext cx="288032" cy="1470362"/>
              </a:xfrm>
              <a:prstGeom prst="rect">
                <a:avLst/>
              </a:prstGeom>
              <a:solidFill>
                <a:srgbClr val="1CEBC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pc="-100"/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6450927" y="2512271"/>
              <a:ext cx="418571" cy="291412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FF5000"/>
                  </a:solidFill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cxnSp>
          <p:nvCxnSpPr>
            <p:cNvPr id="53" name="직선 연결선 52"/>
            <p:cNvCxnSpPr/>
            <p:nvPr/>
          </p:nvCxnSpPr>
          <p:spPr>
            <a:xfrm flipH="1">
              <a:off x="6959302" y="2649805"/>
              <a:ext cx="3528392" cy="0"/>
            </a:xfrm>
            <a:prstGeom prst="line">
              <a:avLst/>
            </a:prstGeom>
            <a:ln>
              <a:solidFill>
                <a:srgbClr val="FF5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6450927" y="2750186"/>
              <a:ext cx="418571" cy="291412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A7A9AC"/>
                  </a:solidFill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cxnSp>
          <p:nvCxnSpPr>
            <p:cNvPr id="58" name="직선 연결선 57"/>
            <p:cNvCxnSpPr/>
            <p:nvPr/>
          </p:nvCxnSpPr>
          <p:spPr>
            <a:xfrm flipH="1">
              <a:off x="6959302" y="2887720"/>
              <a:ext cx="352839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6450927" y="3324656"/>
              <a:ext cx="418571" cy="291412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9730A6"/>
                  </a:solidFill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cxnSp>
          <p:nvCxnSpPr>
            <p:cNvPr id="60" name="직선 연결선 59"/>
            <p:cNvCxnSpPr/>
            <p:nvPr/>
          </p:nvCxnSpPr>
          <p:spPr>
            <a:xfrm flipH="1">
              <a:off x="6959302" y="3462190"/>
              <a:ext cx="3528392" cy="0"/>
            </a:xfrm>
            <a:prstGeom prst="line">
              <a:avLst/>
            </a:prstGeom>
            <a:ln>
              <a:solidFill>
                <a:srgbClr val="9730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6450927" y="2922404"/>
              <a:ext cx="418571" cy="291412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1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A7A9AC"/>
                  </a:solidFill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00%</a:t>
              </a:r>
            </a:p>
          </p:txBody>
        </p:sp>
        <p:cxnSp>
          <p:nvCxnSpPr>
            <p:cNvPr id="62" name="직선 연결선 61"/>
            <p:cNvCxnSpPr/>
            <p:nvPr/>
          </p:nvCxnSpPr>
          <p:spPr>
            <a:xfrm flipH="1">
              <a:off x="6959302" y="3059938"/>
              <a:ext cx="352839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7100064" y="4391176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578660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063240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537065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9020133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9499028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9977624" y="4391175"/>
              <a:ext cx="375291" cy="274267"/>
            </a:xfrm>
            <a:prstGeom prst="rect">
              <a:avLst/>
            </a:prstGeom>
            <a:noFill/>
          </p:spPr>
          <p:txBody>
            <a:bodyPr wrap="none" lIns="91374" tIns="45685" rIns="91374" bIns="45685">
              <a:spAutoFit/>
            </a:bodyPr>
            <a:lstStyle/>
            <a:p>
              <a:pPr defTabSz="912813" fontAlgn="base"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kumimoji="1" lang="en-US" altLang="ko-KR" sz="1000" spc="-1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맑은 고딕" pitchFamily="50" charset="-127"/>
                  <a:ea typeface="맑은 고딕" pitchFamily="50" charset="-127"/>
                  <a:cs typeface="Arial" panose="020B0604020202020204" pitchFamily="34" charset="0"/>
                </a:rPr>
                <a:t>Text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838622" y="975852"/>
            <a:ext cx="4621645" cy="33848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계절이 지나가는 하늘에는 가을로 가득 차 있습니다</a:t>
            </a:r>
            <a:r>
              <a:rPr lang="en-US" altLang="ko-KR" sz="16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6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8622" y="1285761"/>
            <a:ext cx="7486211" cy="292317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가슴속에 하나 둘 새겨지는 별을 이제 다 못 헤는 것은 쉬이 아침이 오는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30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내일 </a:t>
            </a:r>
            <a:r>
              <a:rPr lang="ko-KR" altLang="en-US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밤이 남은 까닭이요</a:t>
            </a:r>
            <a:r>
              <a:rPr lang="en-US" altLang="ko-KR" sz="130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endParaRPr kumimoji="1" lang="ko-KR" altLang="en-US" sz="130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089650" y="1883366"/>
            <a:ext cx="5083598" cy="307706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 별들을 다 </a:t>
            </a:r>
            <a:r>
              <a:rPr lang="ko-KR" altLang="en-US" sz="1400" b="1" spc="-100" dirty="0" err="1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헤일</a:t>
            </a:r>
            <a:r>
              <a:rPr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듯합니다</a:t>
            </a:r>
            <a:r>
              <a:rPr lang="en-US" altLang="ko-KR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4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66763" y="1883366"/>
            <a:ext cx="5083598" cy="307706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171450" indent="-171450" defTabSz="912813">
              <a:spcBef>
                <a:spcPts val="600"/>
              </a:spcBef>
              <a:buClr>
                <a:srgbClr val="FF5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나는 아무 걱정도 없이 가을 속의 별들을 다 </a:t>
            </a:r>
            <a:r>
              <a:rPr lang="ko-KR" altLang="en-US" sz="1400" b="1" spc="-100" dirty="0" err="1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헤일</a:t>
            </a:r>
            <a:r>
              <a:rPr lang="ko-KR" altLang="en-US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 듯합니다</a:t>
            </a:r>
            <a:r>
              <a:rPr lang="en-US" altLang="ko-KR" sz="1400" b="1" spc="-1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+mj-ea"/>
                <a:ea typeface="+mj-ea"/>
              </a:rPr>
              <a:t>.</a:t>
            </a:r>
            <a:endParaRPr kumimoji="1" lang="ko-KR" altLang="en-US" sz="1400" b="1" spc="-100" dirty="0">
              <a:ln>
                <a:solidFill>
                  <a:schemeClr val="bg1">
                    <a:lumMod val="9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8621" y="4657170"/>
            <a:ext cx="4621645" cy="1332602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소학교 때 책상을 같이 했던 아이들의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佩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경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鏡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옥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玉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이런 이국 소녀들의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벌써 아기 어머니 된 계집애들의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가난한 이웃 사람들의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비둘기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강아지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토끼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‘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프랑시스 잠’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089650" y="4657170"/>
            <a:ext cx="4621645" cy="1332602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별 하나에 추억과 별 하나에 사랑과 별 하나에 쓸쓸함과 별 하나에 동경과 별 하나에 </a:t>
            </a:r>
            <a:r>
              <a:rPr lang="ko-KR" altLang="en-US" sz="1050" spc="-1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시와별</a:t>
            </a: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 하나에 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어머님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나는 별 하나에 아름다운 말 한 마디씩 불러 봅니다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. </a:t>
            </a:r>
          </a:p>
          <a:p>
            <a:pPr defTabSz="912813">
              <a:lnSpc>
                <a:spcPct val="120000"/>
              </a:lnSpc>
              <a:spcBef>
                <a:spcPts val="600"/>
              </a:spcBef>
              <a:buClr>
                <a:srgbClr val="FF5000"/>
              </a:buClr>
              <a:defRPr/>
            </a:pPr>
            <a:r>
              <a:rPr lang="ko-KR" altLang="en-US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소학교 때 책상을 같이 했던 아이들의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佩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경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鏡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옥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玉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),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이런 이국 소녀들의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벌써 아기 어머니 된 계집애들의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가난한 이웃 사람들의 이름과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비둘기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강아지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토끼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노새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노루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‘</a:t>
            </a:r>
            <a:r>
              <a:rPr lang="ko-KR" altLang="en-US" sz="1050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프랑시스 잠’</a:t>
            </a:r>
            <a:r>
              <a:rPr lang="en-US" altLang="ko-KR" sz="1050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endParaRPr kumimoji="1" lang="ko-KR" altLang="en-US" sz="1050" spc="-1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348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65041" y="3256068"/>
            <a:ext cx="306192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2800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End Of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4008" y="2968685"/>
            <a:ext cx="1223984" cy="3692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>
                    <a:alpha val="50000"/>
                  </a:srgbClr>
                </a:solidFill>
                <a:latin typeface="맑은 고딕" pitchFamily="50" charset="-127"/>
                <a:cs typeface="Arial" panose="020B0604020202020204" pitchFamily="34" charset="0"/>
              </a:rPr>
              <a:t>Thank</a:t>
            </a:r>
            <a:r>
              <a:rPr kumimoji="1" lang="ko-KR" altLang="en-US" b="1" spc="-10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>
                    <a:alpha val="50000"/>
                  </a:srgbClr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b="1" spc="-1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>
                    <a:alpha val="50000"/>
                  </a:srgbClr>
                </a:solidFill>
                <a:latin typeface="맑은 고딕" pitchFamily="50" charset="-127"/>
                <a:cs typeface="Arial" panose="020B0604020202020204" pitchFamily="34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20157864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사용자 지정 2">
      <a:dk1>
        <a:sysClr val="windowText" lastClr="000000"/>
      </a:dk1>
      <a:lt1>
        <a:sysClr val="window" lastClr="FFFFFF"/>
      </a:lt1>
      <a:dk2>
        <a:srgbClr val="595959"/>
      </a:dk2>
      <a:lt2>
        <a:srgbClr val="F2F2F2"/>
      </a:lt2>
      <a:accent1>
        <a:srgbClr val="0D97FF"/>
      </a:accent1>
      <a:accent2>
        <a:srgbClr val="FF590F"/>
      </a:accent2>
      <a:accent3>
        <a:srgbClr val="92D050"/>
      </a:accent3>
      <a:accent4>
        <a:srgbClr val="7030A0"/>
      </a:accent4>
      <a:accent5>
        <a:srgbClr val="00B0F0"/>
      </a:accent5>
      <a:accent6>
        <a:srgbClr val="FFC000"/>
      </a:accent6>
      <a:hlink>
        <a:srgbClr val="00B0F0"/>
      </a:hlink>
      <a:folHlink>
        <a:srgbClr val="31859B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4E5E6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91374" tIns="45685" rIns="91374" bIns="45685">
        <a:spAutoFit/>
      </a:bodyPr>
      <a:lstStyle>
        <a:defPPr defTabSz="912813">
          <a:lnSpc>
            <a:spcPct val="120000"/>
          </a:lnSpc>
          <a:spcBef>
            <a:spcPts val="600"/>
          </a:spcBef>
          <a:defRPr sz="900" dirty="0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chemeClr val="tx1">
                <a:lumMod val="50000"/>
                <a:lumOff val="50000"/>
              </a:schemeClr>
            </a:solidFill>
            <a:latin typeface="+mj-ea"/>
            <a:ea typeface="+mj-ea"/>
            <a:cs typeface="Arial" panose="020B0604020202020204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10146</TotalTime>
  <Words>1427</Words>
  <Application>Microsoft Office PowerPoint</Application>
  <PresentationFormat>사용자 지정</PresentationFormat>
  <Paragraphs>206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굴림</vt:lpstr>
      <vt:lpstr>맑은 고딕</vt:lpstr>
      <vt:lpstr>Arial</vt:lpstr>
      <vt:lpstr>Wingdings</vt:lpstr>
      <vt:lpstr>디자인 사용자 지정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김지선C/SGP UI/UX팀</dc:creator>
  <cp:lastModifiedBy>김용학/SGP 모바일QA팀</cp:lastModifiedBy>
  <cp:revision>589</cp:revision>
  <cp:lastPrinted>2014-03-12T05:36:06Z</cp:lastPrinted>
  <dcterms:created xsi:type="dcterms:W3CDTF">2013-08-20T00:24:24Z</dcterms:created>
  <dcterms:modified xsi:type="dcterms:W3CDTF">2023-05-04T06:46:27Z</dcterms:modified>
</cp:coreProperties>
</file>