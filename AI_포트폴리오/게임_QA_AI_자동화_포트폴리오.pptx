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white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2390"/>
            <a:ext cx="841248" cy="1752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QA AI 자동화 포트폴리오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0" y="224485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SMILEGATE · GAME QA PORTFOLIO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0" y="2662733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spc="-30" kern="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QA AI 자동화 포트폴리오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0" y="3275381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업무 자동화부터 Vision AI 테스트까지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0" y="3778301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김용학  ·  Game QA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9760" y="48920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976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매크로 자동화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94864" y="48920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94864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데이터 가공·공유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07128" y="489204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07128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자연어→INDEX 변환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02272" y="489204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02272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Vision AI 지식·TC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497416" y="489204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497416" y="4892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AI 제작 프로세스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0" y="55778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담당: 요구 정의 · 규칙 수립 · 결과 검토 및 실무 적용   |   AI 활용: 코드 작성 · 데이터 변환 · 문서/PPT 제작 지원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3F3F4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6519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/ 06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2377440" y="6519672"/>
            <a:ext cx="7436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COVER</a:t>
            </a:r>
            <a:endParaRPr lang="en-US" sz="800" dirty="0"/>
          </a:p>
        </p:txBody>
      </p:sp>
      <p:pic>
        <p:nvPicPr>
          <p:cNvPr id="22" name="Image 1" descr="/home/claude/build/logo_white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6533769"/>
            <a:ext cx="566928" cy="1181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black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2390"/>
            <a:ext cx="841248" cy="1752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QA AI 자동화 포트폴리오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486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반복 업무 자동화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20" kern="0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작업을 줄이는 QA 매크로 제작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아이템 INDEX·강화 수치 입력을 규칙 기반 매크로로 자동화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71119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711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468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데이터 준비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761488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아이템 INDEX와 강화 수치를 리스트 형태의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데이터로 구성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57987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579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 분기 판단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630168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강화 수치(Enc) 값을 확인해 일반 지급과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강화 지급 명령을 구분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44855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44485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206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 입력 실행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498848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@item / @itemEnchant 명령을 마우스 클릭과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키보드 입력으로 반복 실행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31723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5317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074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테스트용 세팅 완료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5367528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지정한 아이템 목록이 순서대로 지급되어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준비 완료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120640" y="2468880"/>
            <a:ext cx="6522415" cy="3529584"/>
          </a:xfrm>
          <a:prstGeom prst="roundRect">
            <a:avLst>
              <a:gd name="adj" fmla="val 3627"/>
            </a:avLst>
          </a:prstGeom>
          <a:solidFill>
            <a:srgbClr val="1D1D1F"/>
          </a:solidFill>
          <a:ln/>
        </p:spPr>
      </p:sp>
      <p:sp>
        <p:nvSpPr>
          <p:cNvPr id="24" name="Shape 21"/>
          <p:cNvSpPr/>
          <p:nvPr/>
        </p:nvSpPr>
        <p:spPr>
          <a:xfrm>
            <a:off x="5340096" y="2688336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40096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· PyAutoGUI · PyDirectInput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340096" y="3108960"/>
            <a:ext cx="6083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강화 여부에 따른 명령 분기 (ItemCollection.py 발췌)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340096" y="3383280"/>
            <a:ext cx="6083503" cy="777240"/>
          </a:xfrm>
          <a:prstGeom prst="rect">
            <a:avLst/>
          </a:prstGeom>
          <a:solidFill>
            <a:srgbClr val="141416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enc_value == 0: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pyautogui.write(f"@item {id_value} 1")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pyautogui.write(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f"@itemEnchant {id_value} 1 {enc_value}")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340096" y="4306824"/>
            <a:ext cx="6083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아이템 INDEX·강화 수치 리스트를 순차 반복 실행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340096" y="4581144"/>
            <a:ext cx="6083503" cy="777240"/>
          </a:xfrm>
          <a:prstGeom prst="rect">
            <a:avLst/>
          </a:prstGeom>
          <a:solidFill>
            <a:srgbClr val="141416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index &lt; first_index: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 += 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time.sleep(0.5)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340096" y="5504688"/>
            <a:ext cx="6083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실시간 화면 판단 기능이 아닌, 사전 정의된 규칙·좌표 기반 반복 매크로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044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자료: ItemCollection.py   |   활용 가치: 반복 입력 부담 감소 및 테스트 준비 작업 자동화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9D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6519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/ 06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2377440" y="6519672"/>
            <a:ext cx="7436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반복 업무 자동화</a:t>
            </a:r>
            <a:endParaRPr lang="en-US" sz="800" dirty="0"/>
          </a:p>
        </p:txBody>
      </p:sp>
      <p:pic>
        <p:nvPicPr>
          <p:cNvPr id="35" name="Image 1" descr="/home/claude/build/logo_black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6533769"/>
            <a:ext cx="566928" cy="1181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white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2390"/>
            <a:ext cx="841248" cy="1752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QA AI 자동화 포트폴리오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486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데이터 활용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드랍 데이터 분석과 웹 기반 공유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몬스터·그룹·아이템 데이터를 연결해 QA용 조회 결과로 가공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68833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468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테이블 확인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7614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Drop.xlsb의 Drop_Info / Drop_Group /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Drop_Item 시트 구조 파악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291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연결 · 확률 연산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58444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몬스터ID → 그룹 → 아이템으로 이어지는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확률 값을 연결해 계산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33425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14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아이템 INDEX별 결과 산출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40740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몬스터별 아이템 INDEX와 최종 드랍률을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QA용 조회 결과로 가공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15721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937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내부망 웹으로 공유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523036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실무자가 접근할 수 있도록 내부망 로컬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서버에서 웹 형태로 제공</a:t>
            </a:r>
            <a:endParaRPr lang="en-US" sz="1100" dirty="0"/>
          </a:p>
        </p:txBody>
      </p:sp>
      <p:pic>
        <p:nvPicPr>
          <p:cNvPr id="23" name="Image 1" descr="/home/claude/build/lordnine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514600"/>
            <a:ext cx="6751015" cy="2744524"/>
          </a:xfrm>
          <a:prstGeom prst="rect">
            <a:avLst/>
          </a:prstGeom>
          <a:effectLst>
            <a:outerShdw sx="100000" sy="100000" kx="0" ky="0" algn="bl" rotWithShape="0" blurRad="152400" dist="38100" dir="3600000">
              <a:srgbClr val="000000">
                <a:alpha val="22000"/>
              </a:srgbClr>
            </a:outerShdw>
          </a:effectLst>
        </p:spPr>
      </p:pic>
      <p:sp>
        <p:nvSpPr>
          <p:cNvPr id="24" name="Text 20"/>
          <p:cNvSpPr txBox="1"/>
          <p:nvPr/>
        </p:nvSpPr>
        <p:spPr>
          <a:xfrm>
            <a:off x="4892040" y="5387140"/>
            <a:ext cx="6751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"LORD NINE" 드랍 테이블 찾기 — 내부망 웹 화면 (2026-09-10 캡처)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892040" y="5643172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· 확률 비교(B-A) · 랜덤 상자 검색 · 아이템 이름/ID 검색 · 전체 변경사항 탭 제공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DropProb.py의 연산 로직과 웹 화면 서버 구현이 완전히 동일하다고 단정하지 않으며, 실제 게임 확률과의 일치를 보장하는 것은 아닙니다. 화면상 기능은 HTML 기준으로 확인된 내용입니다.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3F3F4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48640" y="6519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06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2377440" y="6519672"/>
            <a:ext cx="7436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데이터 활용</a:t>
            </a:r>
            <a:endParaRPr lang="en-US" sz="800" dirty="0"/>
          </a:p>
        </p:txBody>
      </p:sp>
      <p:pic>
        <p:nvPicPr>
          <p:cNvPr id="30" name="Image 2" descr="/home/claude/build/logo_white_trans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127" y="6533769"/>
            <a:ext cx="566928" cy="1181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black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2390"/>
            <a:ext cx="841248" cy="1752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QA AI 자동화 포트폴리오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486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자연어 → 게임 데이터 변환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20" kern="0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자연어 빌드노트를 인게임 INDEX로 변환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매핑·변환 규칙을 사전 지정해 GPT로 반복 변환 처리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468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자연어 원문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761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빌드노트·기획서에 자연어로 작성된 아이템 명칭과 강화 수치 정보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401568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2186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매핑·변환 규칙 지정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51129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아이템 명칭 매핑표와 출력 형식 규칙을 사전에 지정해 반복 사용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15137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9684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 변환 실행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2611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명칭과 강화 수치를 분리하고, 지정된 형식으로 출력 및 명칭 보정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901184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7183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QA 세팅 데이터로 활용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50109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TSV/CSV/XLSX 등 형식으로 테스트 데이터 준비에 활용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541264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 w="9525">
            <a:solidFill>
              <a:srgbClr val="D9D9D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5412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237개 항목 변환 (사례 규모)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441448" y="5541264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 w="9525">
            <a:solidFill>
              <a:srgbClr val="D9D9D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441448" y="55412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형식: 1열 9자리 코드 / 2열 강화 수치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82896" y="554126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 w="9525">
            <a:solidFill>
              <a:srgbClr val="D9D9D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82896" y="55412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강화 수치 없음 → 0 처리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961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본문2는 구조화된 원본 드랍 테이블 분석 사례, 본문3은 자연어 자료를 지정된 데이터 형식으로 변환한 사례입니다.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039947" y="2414016"/>
            <a:ext cx="3472722" cy="3172968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 w="9525">
            <a:solidFill>
              <a:srgbClr val="D9D9DC"/>
            </a:solidFill>
            <a:prstDash val="solid"/>
          </a:ln>
        </p:spPr>
      </p:sp>
      <p:pic>
        <p:nvPicPr>
          <p:cNvPr id="31" name="Image 1" descr="/home/claude/build/gpt_conv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11" y="2468880"/>
            <a:ext cx="3362994" cy="306324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7909560" y="5696712"/>
            <a:ext cx="3733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 데이터 변환 결과 화면 (2026-09-01 캡처)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7909560" y="5952744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화면상 오류 0건은 이 사례의 결과이며, 전체 시스템의 검증된 무오류 성과를 의미하지 않습니다.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9D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48640" y="6519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06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2377440" y="6519672"/>
            <a:ext cx="7436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자연어 → 게임 데이터 변환</a:t>
            </a:r>
            <a:endParaRPr lang="en-US" sz="800" dirty="0"/>
          </a:p>
        </p:txBody>
      </p:sp>
      <p:pic>
        <p:nvPicPr>
          <p:cNvPr id="37" name="Image 2" descr="/home/claude/build/logo_black_trans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127" y="6533769"/>
            <a:ext cx="566928" cy="118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white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2390"/>
            <a:ext cx="841248" cy="1752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QA AI 자동화 포트폴리오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486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Vision AI 인게임 자동화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 AI 자동화를 위한 지식·TC 설계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도메인 지식을 AI가 판단할 수 있는 기준으로 구조화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 범위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96265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852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 지식 작성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1455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구성·기능·이동 트리거 등을 Markdown으로 구조화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456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전용 TC 작성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490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인게임 자동화에 필요한 테스트 케이스 설계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169664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0599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결과 검토·개선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43525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결과를 확인하고 지식·TC를 지속적으로 보완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828032"/>
            <a:ext cx="9326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지식·TC 작성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481328" y="482803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682496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682496" y="4828032"/>
            <a:ext cx="9326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실행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2615184" y="482803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816352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816352" y="4828032"/>
            <a:ext cx="9326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확인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3749040" y="482803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950208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950208" y="4828032"/>
            <a:ext cx="9326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지식·TC 수정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376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↺ 실행 결과를 바탕으로 지식·TC를 반복 개선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257800" y="2468880"/>
            <a:ext cx="6385255" cy="3694176"/>
          </a:xfrm>
          <a:prstGeom prst="roundRect">
            <a:avLst>
              <a:gd name="adj" fmla="val 3465"/>
            </a:avLst>
          </a:prstGeom>
          <a:solidFill>
            <a:srgbClr val="2A2A2C"/>
          </a:solidFill>
          <a:ln w="9525">
            <a:solidFill>
              <a:srgbClr val="3F3F4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58968" y="2670048"/>
            <a:ext cx="5982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 지식 문서 발췌 — '로비' 화면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458968" y="2980944"/>
            <a:ext cx="59829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구성 요소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5458968" y="3163824"/>
            <a:ext cx="5982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상단 UI(캐릭터 상태·재화·버프), 좌측 UI(월드맵·파티·마을), 우측 UI(알림·퀘스트·상인)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5458968" y="3493008"/>
            <a:ext cx="59829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진입 조건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458968" y="3675888"/>
            <a:ext cx="5982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실행 후 로딩 화면 종료, 또는 다른 콘텐츠에서 뒤로가기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458968" y="4005072"/>
            <a:ext cx="59829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기능 설명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458968" y="4187952"/>
            <a:ext cx="5982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재화·캐릭터 상태 확인 및 배틀패스·상점 등 콘텐츠로 이동하는 기본 허브 화면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458968" y="4517136"/>
            <a:ext cx="59829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가능한 이동과 트리거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5458968" y="4700016"/>
            <a:ext cx="5982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예) 마을 이동 아이콘 선택 → 로비 화면으로 이동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5458968" y="5029200"/>
            <a:ext cx="59829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 상태 변화·예외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458968" y="5212080"/>
            <a:ext cx="5982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알림 상태(빨간 점 표시), UI 숨기기 상태, 조건부 상품 팝업 발생 가능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5458968" y="5632704"/>
            <a:ext cx="59829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출처: 김용학_로그나인_도메인지식.doc ('사전 지식 템플릿(샘플)' 이후 실제 작성 화면)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Vision AI 모델 자체의 개발·학습은 포함하지 않으며, 완전 무인화나 QA 업무 전체 대체를 의미하지 않습니다.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3F3F4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48640" y="6519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/ 06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2377440" y="6519672"/>
            <a:ext cx="7436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Vision AI 인게임 자동화</a:t>
            </a:r>
            <a:endParaRPr lang="en-US" sz="800" dirty="0"/>
          </a:p>
        </p:txBody>
      </p:sp>
      <p:pic>
        <p:nvPicPr>
          <p:cNvPr id="49" name="Image 1" descr="/home/claude/build/logo_white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6533769"/>
            <a:ext cx="566928" cy="1181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black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2390"/>
            <a:ext cx="841248" cy="1752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QA AI 자동화 포트폴리오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486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AI 제작 프로세스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20" kern="0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스타일 가이드를 활용한 AI PPT 제작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요구사항과 디자인 기준을 문서화해 이번 포트폴리오에 그대로 적용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68833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468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스타일 가이드 정의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76148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색상·폰트·여백·도형 등 디자인 규칙을 문서로 사전 정의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291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페이지별 요구사항 제공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5844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슬라이드별 목적·핵심 내용·실무 자료를 함께 제공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33425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Claude로 제작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4074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규칙과 자료를 바탕으로 편집 가능한 PPTX 슬라이드 생성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157216"/>
            <a:ext cx="384048" cy="384048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937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검토·수정 (예정)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523036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생성된 슬라이드를 검토하며 필요한 부분을 수정하는 단계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74920" y="2468880"/>
            <a:ext cx="6568135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9D9D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294376" y="2889504"/>
            <a:ext cx="6129223" cy="0"/>
          </a:xfrm>
          <a:prstGeom prst="line">
            <a:avLst/>
          </a:prstGeom>
          <a:noFill/>
          <a:ln w="6350">
            <a:solidFill>
              <a:srgbClr val="D9D9D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294376" y="2596896"/>
            <a:ext cx="6129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헤더 좌표 고정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294376" y="2962656"/>
            <a:ext cx="61292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챕터 라벨 0.6in → 제목 +0.45in → 부제 +0.67in 좌표를 모든 슬라이드에 동일 적용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74920" y="3630168"/>
            <a:ext cx="6568135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9D9D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94376" y="4050792"/>
            <a:ext cx="6129223" cy="0"/>
          </a:xfrm>
          <a:prstGeom prst="line">
            <a:avLst/>
          </a:prstGeom>
          <a:noFill/>
          <a:ln w="6350">
            <a:solidFill>
              <a:srgbClr val="D9D9D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294376" y="3758184"/>
            <a:ext cx="6129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하단 여백 채움 규칙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294376" y="4123944"/>
            <a:ext cx="61292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 하단을 빈 공간으로 두지 않도록 출처·수치 칩·플로우로 매 슬라이드 하단을 채움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074920" y="4791456"/>
            <a:ext cx="6568135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9D9D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294376" y="5212080"/>
            <a:ext cx="6129223" cy="0"/>
          </a:xfrm>
          <a:prstGeom prst="line">
            <a:avLst/>
          </a:prstGeom>
          <a:noFill/>
          <a:ln w="6350">
            <a:solidFill>
              <a:srgbClr val="D9D9D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294376" y="4919472"/>
            <a:ext cx="6129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원형 불릿 중앙 정렬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94376" y="5285232"/>
            <a:ext cx="61292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번호 원을 행 상단 고정 오프셋이 아닌, 행 높이 기준 수직 중앙에 배치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6062472"/>
            <a:ext cx="11094415" cy="0"/>
          </a:xfrm>
          <a:prstGeom prst="line">
            <a:avLst/>
          </a:prstGeom>
          <a:noFill/>
          <a:ln w="9525">
            <a:solidFill>
              <a:srgbClr val="D9D9D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615391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6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게임 QA의 업무 지식을 AI 활용으로 연결해, 반복 작업 자동화부터 데이터 활용과 인게임 자동화까지 확장한 경험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9D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6519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/ 06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2377440" y="6519672"/>
            <a:ext cx="7436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AI 제작 프로세스</a:t>
            </a:r>
            <a:endParaRPr lang="en-US" sz="800" dirty="0"/>
          </a:p>
        </p:txBody>
      </p:sp>
      <p:pic>
        <p:nvPicPr>
          <p:cNvPr id="40" name="Image 1" descr="/home/claude/build/logo_black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6533769"/>
            <a:ext cx="566928" cy="1181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2026-09-10T00:34:29Z</dcterms:created>
  <dcterms:modified xsi:type="dcterms:W3CDTF">2026-09-10T00:34:29Z</dcterms:modified>
</cp:coreProperties>
</file>